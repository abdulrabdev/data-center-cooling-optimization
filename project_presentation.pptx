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saveSubsetFonts="1">
  <p:sldMasterIdLst>
    <p:sldMasterId id="2147483672" r:id="rId1"/>
  </p:sldMasterIdLst>
  <p:notesMasterIdLst>
    <p:notesMasterId r:id="rId8"/>
  </p:notesMasterIdLst>
  <p:sldIdLst>
    <p:sldId id="263" r:id="rId2"/>
    <p:sldId id="258" r:id="rId3"/>
    <p:sldId id="259" r:id="rId4"/>
    <p:sldId id="260" r:id="rId5"/>
    <p:sldId id="261" r:id="rId6"/>
    <p:sldId id="262" r:id="rId7"/>
  </p:sldIdLst>
  <p:sldSz cx="12192000" cy="6858000"/>
  <p:notesSz cx="6858000" cy="9144000"/>
  <p:defaultTextStyle>
    <a:defPPr>
      <a:defRPr lang="en-US"/>
    </a:defPPr>
    <a:lvl1pPr marL="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4831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5005" autoAdjust="0"/>
    <p:restoredTop sz="94660"/>
  </p:normalViewPr>
  <p:slideViewPr>
    <p:cSldViewPr snapToGrid="0">
      <p:cViewPr varScale="1">
        <p:scale>
          <a:sx n="71" d="100"/>
          <a:sy n="71" d="100"/>
        </p:scale>
        <p:origin x="67" y="11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صر نائب للرأس 1"/>
          <p:cNvSpPr>
            <a:spLocks noGrp="1"/>
          </p:cNvSpPr>
          <p:nvPr>
            <p:ph type="hdr" sz="quarter"/>
          </p:nvPr>
        </p:nvSpPr>
        <p:spPr>
          <a:xfrm>
            <a:off x="388620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1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عنصر نائب للتاريخ 2"/>
          <p:cNvSpPr>
            <a:spLocks noGrp="1"/>
          </p:cNvSpPr>
          <p:nvPr>
            <p:ph type="dt" idx="1"/>
          </p:nvPr>
        </p:nvSpPr>
        <p:spPr>
          <a:xfrm>
            <a:off x="1588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1"/>
          <a:lstStyle>
            <a:lvl1pPr algn="r">
              <a:defRPr sz="1200"/>
            </a:lvl1pPr>
          </a:lstStyle>
          <a:p>
            <a:fld id="{01D02FA9-109F-488F-9109-008396B9C047}" type="datetimeFigureOut">
              <a:rPr lang="en-GB" smtClean="0"/>
              <a:t>18/12/2025</a:t>
            </a:fld>
            <a:endParaRPr lang="en-GB"/>
          </a:p>
        </p:txBody>
      </p:sp>
      <p:sp>
        <p:nvSpPr>
          <p:cNvPr id="4" name="عنصر نائب لصورة الشريحة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1" anchor="ctr"/>
          <a:lstStyle/>
          <a:p>
            <a:endParaRPr lang="en-GB"/>
          </a:p>
        </p:txBody>
      </p:sp>
      <p:sp>
        <p:nvSpPr>
          <p:cNvPr id="5" name="عنصر نائب للملاحظات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1"/>
          <a:lstStyle/>
          <a:p>
            <a:pPr lvl="0"/>
            <a:r>
              <a:rPr lang="ar-SA"/>
              <a:t>انقر لتحرير أنماط نص الشكل الرئيسي</a:t>
            </a:r>
          </a:p>
          <a:p>
            <a:pPr lvl="1"/>
            <a:r>
              <a:rPr lang="ar-SA"/>
              <a:t>المستوى الثاني</a:t>
            </a:r>
          </a:p>
          <a:p>
            <a:pPr lvl="2"/>
            <a:r>
              <a:rPr lang="ar-SA"/>
              <a:t>المستوى الثالث</a:t>
            </a:r>
          </a:p>
          <a:p>
            <a:pPr lvl="3"/>
            <a:r>
              <a:rPr lang="ar-SA"/>
              <a:t>المستوى الرابع</a:t>
            </a:r>
          </a:p>
          <a:p>
            <a:pPr lvl="4"/>
            <a:r>
              <a:rPr lang="ar-SA"/>
              <a:t>المستوى الخامس</a:t>
            </a:r>
            <a:endParaRPr lang="en-GB"/>
          </a:p>
        </p:txBody>
      </p:sp>
      <p:sp>
        <p:nvSpPr>
          <p:cNvPr id="6" name="عنصر نائب للتذييل 5"/>
          <p:cNvSpPr>
            <a:spLocks noGrp="1"/>
          </p:cNvSpPr>
          <p:nvPr>
            <p:ph type="ftr" sz="quarter" idx="4"/>
          </p:nvPr>
        </p:nvSpPr>
        <p:spPr>
          <a:xfrm>
            <a:off x="388620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1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عنصر نائب لرقم الشريحة 6"/>
          <p:cNvSpPr>
            <a:spLocks noGrp="1"/>
          </p:cNvSpPr>
          <p:nvPr>
            <p:ph type="sldNum" sz="quarter" idx="5"/>
          </p:nvPr>
        </p:nvSpPr>
        <p:spPr>
          <a:xfrm>
            <a:off x="1588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1" anchor="b"/>
          <a:lstStyle>
            <a:lvl1pPr algn="r">
              <a:defRPr sz="1200"/>
            </a:lvl1pPr>
          </a:lstStyle>
          <a:p>
            <a:fld id="{31C86AD3-52CF-4823-B0E8-B1E483339E7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17656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صر نائب لصورة الشريحة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عنصر نائب للملاحظات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عنصر نائب لرقم الشريحة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1C86AD3-52CF-4823-B0E8-B1E483339E73}" type="slidenum">
              <a:rPr lang="en-GB" smtClean="0"/>
              <a:t>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9480254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شريحة عنوان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>
            <a:extLst>
              <a:ext uri="{FF2B5EF4-FFF2-40B4-BE49-F238E27FC236}">
                <a16:creationId xmlns:a16="http://schemas.microsoft.com/office/drawing/2014/main" id="{BBD4AB93-A583-8E08-7A73-2D7C384F8F7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ar-SA"/>
              <a:t>انقر لتحرير نمط عنوان الشكل الرئيسي</a:t>
            </a:r>
            <a:endParaRPr lang="en-GB"/>
          </a:p>
        </p:txBody>
      </p:sp>
      <p:sp>
        <p:nvSpPr>
          <p:cNvPr id="3" name="عنوان فرعي 2">
            <a:extLst>
              <a:ext uri="{FF2B5EF4-FFF2-40B4-BE49-F238E27FC236}">
                <a16:creationId xmlns:a16="http://schemas.microsoft.com/office/drawing/2014/main" id="{10B444A8-B376-2F8C-B385-5F3FAF84C19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ar-SA"/>
              <a:t>انقر لتحرير نمط العنوان الفرعي للشكل الرئيسي</a:t>
            </a:r>
            <a:endParaRPr lang="en-GB"/>
          </a:p>
        </p:txBody>
      </p:sp>
      <p:sp>
        <p:nvSpPr>
          <p:cNvPr id="4" name="عنصر نائب للتاريخ 3">
            <a:extLst>
              <a:ext uri="{FF2B5EF4-FFF2-40B4-BE49-F238E27FC236}">
                <a16:creationId xmlns:a16="http://schemas.microsoft.com/office/drawing/2014/main" id="{C8EF4C53-4801-9D77-669A-08D3864A96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B9B1BC-7D42-41BC-8342-04EB54A59D9D}" type="datetimeFigureOut">
              <a:rPr lang="en-GB" smtClean="0"/>
              <a:t>18/12/2025</a:t>
            </a:fld>
            <a:endParaRPr lang="en-GB"/>
          </a:p>
        </p:txBody>
      </p:sp>
      <p:sp>
        <p:nvSpPr>
          <p:cNvPr id="5" name="عنصر نائب للتذييل 4">
            <a:extLst>
              <a:ext uri="{FF2B5EF4-FFF2-40B4-BE49-F238E27FC236}">
                <a16:creationId xmlns:a16="http://schemas.microsoft.com/office/drawing/2014/main" id="{BB487FF4-2375-74C5-A559-54F9E19209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عنصر نائب لرقم الشريحة 5">
            <a:extLst>
              <a:ext uri="{FF2B5EF4-FFF2-40B4-BE49-F238E27FC236}">
                <a16:creationId xmlns:a16="http://schemas.microsoft.com/office/drawing/2014/main" id="{1A288A2C-1B55-0A34-2593-AFA7015951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C28FA0-E427-49D7-AC5F-D03026681C1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6406736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عنوان ومحتو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>
            <a:extLst>
              <a:ext uri="{FF2B5EF4-FFF2-40B4-BE49-F238E27FC236}">
                <a16:creationId xmlns:a16="http://schemas.microsoft.com/office/drawing/2014/main" id="{4058703B-AB67-847C-3BB3-0EBA72DEB7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ar-SA"/>
              <a:t>انقر لتحرير نمط عنوان الشكل الرئيسي</a:t>
            </a:r>
            <a:endParaRPr lang="en-GB"/>
          </a:p>
        </p:txBody>
      </p:sp>
      <p:sp>
        <p:nvSpPr>
          <p:cNvPr id="3" name="عنصر نائب للمحتوى 2">
            <a:extLst>
              <a:ext uri="{FF2B5EF4-FFF2-40B4-BE49-F238E27FC236}">
                <a16:creationId xmlns:a16="http://schemas.microsoft.com/office/drawing/2014/main" id="{6AA88320-8292-56F9-E085-306FBE628A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ar-SA"/>
              <a:t>انقر لتحرير أنماط نص الشكل الرئيسي</a:t>
            </a:r>
          </a:p>
          <a:p>
            <a:pPr lvl="1"/>
            <a:r>
              <a:rPr lang="ar-SA"/>
              <a:t>المستوى الثاني</a:t>
            </a:r>
          </a:p>
          <a:p>
            <a:pPr lvl="2"/>
            <a:r>
              <a:rPr lang="ar-SA"/>
              <a:t>المستوى الثالث</a:t>
            </a:r>
          </a:p>
          <a:p>
            <a:pPr lvl="3"/>
            <a:r>
              <a:rPr lang="ar-SA"/>
              <a:t>المستوى الرابع</a:t>
            </a:r>
          </a:p>
          <a:p>
            <a:pPr lvl="4"/>
            <a:r>
              <a:rPr lang="ar-SA"/>
              <a:t>المستوى الخامس</a:t>
            </a:r>
            <a:endParaRPr lang="en-GB"/>
          </a:p>
        </p:txBody>
      </p:sp>
      <p:sp>
        <p:nvSpPr>
          <p:cNvPr id="4" name="عنصر نائب للتاريخ 3">
            <a:extLst>
              <a:ext uri="{FF2B5EF4-FFF2-40B4-BE49-F238E27FC236}">
                <a16:creationId xmlns:a16="http://schemas.microsoft.com/office/drawing/2014/main" id="{C5601A40-02DD-5C9C-3357-7B3A0D5807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B9B1BC-7D42-41BC-8342-04EB54A59D9D}" type="datetimeFigureOut">
              <a:rPr lang="en-GB" smtClean="0"/>
              <a:t>18/12/2025</a:t>
            </a:fld>
            <a:endParaRPr lang="en-GB"/>
          </a:p>
        </p:txBody>
      </p:sp>
      <p:sp>
        <p:nvSpPr>
          <p:cNvPr id="5" name="عنصر نائب للتذييل 4">
            <a:extLst>
              <a:ext uri="{FF2B5EF4-FFF2-40B4-BE49-F238E27FC236}">
                <a16:creationId xmlns:a16="http://schemas.microsoft.com/office/drawing/2014/main" id="{01012C37-ED4D-AC36-79AC-4A9694DE50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عنصر نائب لرقم الشريحة 5">
            <a:extLst>
              <a:ext uri="{FF2B5EF4-FFF2-40B4-BE49-F238E27FC236}">
                <a16:creationId xmlns:a16="http://schemas.microsoft.com/office/drawing/2014/main" id="{3DD1423C-67CF-520F-0DD6-7B07BE0838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C28FA0-E427-49D7-AC5F-D03026681C1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374159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عنوان المقط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>
            <a:extLst>
              <a:ext uri="{FF2B5EF4-FFF2-40B4-BE49-F238E27FC236}">
                <a16:creationId xmlns:a16="http://schemas.microsoft.com/office/drawing/2014/main" id="{0EB6A64C-BF36-9206-FDD7-D158C7676A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ar-SA"/>
              <a:t>انقر لتحرير نمط عنوان الشكل الرئيسي</a:t>
            </a:r>
            <a:endParaRPr lang="en-GB"/>
          </a:p>
        </p:txBody>
      </p:sp>
      <p:sp>
        <p:nvSpPr>
          <p:cNvPr id="3" name="عنصر نائب للنص 2">
            <a:extLst>
              <a:ext uri="{FF2B5EF4-FFF2-40B4-BE49-F238E27FC236}">
                <a16:creationId xmlns:a16="http://schemas.microsoft.com/office/drawing/2014/main" id="{AB961C57-EB33-ADEB-2BF7-2001C9426C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ar-SA"/>
              <a:t>انقر لتحرير أنماط نص الشكل الرئيسي</a:t>
            </a:r>
          </a:p>
        </p:txBody>
      </p:sp>
      <p:sp>
        <p:nvSpPr>
          <p:cNvPr id="4" name="عنصر نائب للتاريخ 3">
            <a:extLst>
              <a:ext uri="{FF2B5EF4-FFF2-40B4-BE49-F238E27FC236}">
                <a16:creationId xmlns:a16="http://schemas.microsoft.com/office/drawing/2014/main" id="{FCD9C7CF-B16D-8A56-1029-A4CD9624EE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B9B1BC-7D42-41BC-8342-04EB54A59D9D}" type="datetimeFigureOut">
              <a:rPr lang="en-GB" smtClean="0"/>
              <a:t>18/12/2025</a:t>
            </a:fld>
            <a:endParaRPr lang="en-GB"/>
          </a:p>
        </p:txBody>
      </p:sp>
      <p:sp>
        <p:nvSpPr>
          <p:cNvPr id="5" name="عنصر نائب للتذييل 4">
            <a:extLst>
              <a:ext uri="{FF2B5EF4-FFF2-40B4-BE49-F238E27FC236}">
                <a16:creationId xmlns:a16="http://schemas.microsoft.com/office/drawing/2014/main" id="{B9761B3A-C5BC-D6C4-BBA9-94EE469CCA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عنصر نائب لرقم الشريحة 5">
            <a:extLst>
              <a:ext uri="{FF2B5EF4-FFF2-40B4-BE49-F238E27FC236}">
                <a16:creationId xmlns:a16="http://schemas.microsoft.com/office/drawing/2014/main" id="{5DDD3029-02A3-CC0E-C274-277E247B76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C28FA0-E427-49D7-AC5F-D03026681C1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653290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محتويان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>
            <a:extLst>
              <a:ext uri="{FF2B5EF4-FFF2-40B4-BE49-F238E27FC236}">
                <a16:creationId xmlns:a16="http://schemas.microsoft.com/office/drawing/2014/main" id="{BCD66B7A-5C70-B227-F713-B68EA07184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ar-SA"/>
              <a:t>انقر لتحرير نمط عنوان الشكل الرئيسي</a:t>
            </a:r>
            <a:endParaRPr lang="en-GB"/>
          </a:p>
        </p:txBody>
      </p:sp>
      <p:sp>
        <p:nvSpPr>
          <p:cNvPr id="3" name="عنصر نائب للمحتوى 2">
            <a:extLst>
              <a:ext uri="{FF2B5EF4-FFF2-40B4-BE49-F238E27FC236}">
                <a16:creationId xmlns:a16="http://schemas.microsoft.com/office/drawing/2014/main" id="{29B2F16B-B2E2-2531-5E66-1206635952E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ar-SA"/>
              <a:t>انقر لتحرير أنماط نص الشكل الرئيسي</a:t>
            </a:r>
          </a:p>
          <a:p>
            <a:pPr lvl="1"/>
            <a:r>
              <a:rPr lang="ar-SA"/>
              <a:t>المستوى الثاني</a:t>
            </a:r>
          </a:p>
          <a:p>
            <a:pPr lvl="2"/>
            <a:r>
              <a:rPr lang="ar-SA"/>
              <a:t>المستوى الثالث</a:t>
            </a:r>
          </a:p>
          <a:p>
            <a:pPr lvl="3"/>
            <a:r>
              <a:rPr lang="ar-SA"/>
              <a:t>المستوى الرابع</a:t>
            </a:r>
          </a:p>
          <a:p>
            <a:pPr lvl="4"/>
            <a:r>
              <a:rPr lang="ar-SA"/>
              <a:t>المستوى الخامس</a:t>
            </a:r>
            <a:endParaRPr lang="en-GB"/>
          </a:p>
        </p:txBody>
      </p:sp>
      <p:sp>
        <p:nvSpPr>
          <p:cNvPr id="4" name="عنصر نائب للمحتوى 3">
            <a:extLst>
              <a:ext uri="{FF2B5EF4-FFF2-40B4-BE49-F238E27FC236}">
                <a16:creationId xmlns:a16="http://schemas.microsoft.com/office/drawing/2014/main" id="{DDE17AF5-D78E-E5D1-2D4F-368B838FD99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ar-SA"/>
              <a:t>انقر لتحرير أنماط نص الشكل الرئيسي</a:t>
            </a:r>
          </a:p>
          <a:p>
            <a:pPr lvl="1"/>
            <a:r>
              <a:rPr lang="ar-SA"/>
              <a:t>المستوى الثاني</a:t>
            </a:r>
          </a:p>
          <a:p>
            <a:pPr lvl="2"/>
            <a:r>
              <a:rPr lang="ar-SA"/>
              <a:t>المستوى الثالث</a:t>
            </a:r>
          </a:p>
          <a:p>
            <a:pPr lvl="3"/>
            <a:r>
              <a:rPr lang="ar-SA"/>
              <a:t>المستوى الرابع</a:t>
            </a:r>
          </a:p>
          <a:p>
            <a:pPr lvl="4"/>
            <a:r>
              <a:rPr lang="ar-SA"/>
              <a:t>المستوى الخامس</a:t>
            </a:r>
            <a:endParaRPr lang="en-GB"/>
          </a:p>
        </p:txBody>
      </p:sp>
      <p:sp>
        <p:nvSpPr>
          <p:cNvPr id="5" name="عنصر نائب للتاريخ 4">
            <a:extLst>
              <a:ext uri="{FF2B5EF4-FFF2-40B4-BE49-F238E27FC236}">
                <a16:creationId xmlns:a16="http://schemas.microsoft.com/office/drawing/2014/main" id="{BB5C916A-CFC8-6B41-89D2-738BF1EBAF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B9B1BC-7D42-41BC-8342-04EB54A59D9D}" type="datetimeFigureOut">
              <a:rPr lang="en-GB" smtClean="0"/>
              <a:t>18/12/2025</a:t>
            </a:fld>
            <a:endParaRPr lang="en-GB"/>
          </a:p>
        </p:txBody>
      </p:sp>
      <p:sp>
        <p:nvSpPr>
          <p:cNvPr id="6" name="عنصر نائب للتذييل 5">
            <a:extLst>
              <a:ext uri="{FF2B5EF4-FFF2-40B4-BE49-F238E27FC236}">
                <a16:creationId xmlns:a16="http://schemas.microsoft.com/office/drawing/2014/main" id="{B3C984F5-3EF6-25C3-B1F7-45B94D8C53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عنصر نائب لرقم الشريحة 6">
            <a:extLst>
              <a:ext uri="{FF2B5EF4-FFF2-40B4-BE49-F238E27FC236}">
                <a16:creationId xmlns:a16="http://schemas.microsoft.com/office/drawing/2014/main" id="{76BD5F5E-8403-2478-E028-375ED486B2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C28FA0-E427-49D7-AC5F-D03026681C1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845693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مقارن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>
            <a:extLst>
              <a:ext uri="{FF2B5EF4-FFF2-40B4-BE49-F238E27FC236}">
                <a16:creationId xmlns:a16="http://schemas.microsoft.com/office/drawing/2014/main" id="{4610AB73-B32F-B183-81C8-FE05FD7074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ar-SA"/>
              <a:t>انقر لتحرير نمط عنوان الشكل الرئيسي</a:t>
            </a:r>
            <a:endParaRPr lang="en-GB"/>
          </a:p>
        </p:txBody>
      </p:sp>
      <p:sp>
        <p:nvSpPr>
          <p:cNvPr id="3" name="عنصر نائب للنص 2">
            <a:extLst>
              <a:ext uri="{FF2B5EF4-FFF2-40B4-BE49-F238E27FC236}">
                <a16:creationId xmlns:a16="http://schemas.microsoft.com/office/drawing/2014/main" id="{0EDBB7E5-A705-E3EC-3F14-A832AFCCF3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ar-SA"/>
              <a:t>انقر لتحرير أنماط نص الشكل الرئيسي</a:t>
            </a:r>
          </a:p>
        </p:txBody>
      </p:sp>
      <p:sp>
        <p:nvSpPr>
          <p:cNvPr id="4" name="عنصر نائب للمحتوى 3">
            <a:extLst>
              <a:ext uri="{FF2B5EF4-FFF2-40B4-BE49-F238E27FC236}">
                <a16:creationId xmlns:a16="http://schemas.microsoft.com/office/drawing/2014/main" id="{4FD6761F-BAFB-5090-EFD0-DF7BB4317F2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ar-SA"/>
              <a:t>انقر لتحرير أنماط نص الشكل الرئيسي</a:t>
            </a:r>
          </a:p>
          <a:p>
            <a:pPr lvl="1"/>
            <a:r>
              <a:rPr lang="ar-SA"/>
              <a:t>المستوى الثاني</a:t>
            </a:r>
          </a:p>
          <a:p>
            <a:pPr lvl="2"/>
            <a:r>
              <a:rPr lang="ar-SA"/>
              <a:t>المستوى الثالث</a:t>
            </a:r>
          </a:p>
          <a:p>
            <a:pPr lvl="3"/>
            <a:r>
              <a:rPr lang="ar-SA"/>
              <a:t>المستوى الرابع</a:t>
            </a:r>
          </a:p>
          <a:p>
            <a:pPr lvl="4"/>
            <a:r>
              <a:rPr lang="ar-SA"/>
              <a:t>المستوى الخامس</a:t>
            </a:r>
            <a:endParaRPr lang="en-GB"/>
          </a:p>
        </p:txBody>
      </p:sp>
      <p:sp>
        <p:nvSpPr>
          <p:cNvPr id="5" name="عنصر نائب للنص 4">
            <a:extLst>
              <a:ext uri="{FF2B5EF4-FFF2-40B4-BE49-F238E27FC236}">
                <a16:creationId xmlns:a16="http://schemas.microsoft.com/office/drawing/2014/main" id="{2D78E32C-FCA4-B559-139C-AB8F240612C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ar-SA"/>
              <a:t>انقر لتحرير أنماط نص الشكل الرئيسي</a:t>
            </a:r>
          </a:p>
        </p:txBody>
      </p:sp>
      <p:sp>
        <p:nvSpPr>
          <p:cNvPr id="6" name="عنصر نائب للمحتوى 5">
            <a:extLst>
              <a:ext uri="{FF2B5EF4-FFF2-40B4-BE49-F238E27FC236}">
                <a16:creationId xmlns:a16="http://schemas.microsoft.com/office/drawing/2014/main" id="{147FA015-6938-18C9-142D-2E1B220B049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ar-SA"/>
              <a:t>انقر لتحرير أنماط نص الشكل الرئيسي</a:t>
            </a:r>
          </a:p>
          <a:p>
            <a:pPr lvl="1"/>
            <a:r>
              <a:rPr lang="ar-SA"/>
              <a:t>المستوى الثاني</a:t>
            </a:r>
          </a:p>
          <a:p>
            <a:pPr lvl="2"/>
            <a:r>
              <a:rPr lang="ar-SA"/>
              <a:t>المستوى الثالث</a:t>
            </a:r>
          </a:p>
          <a:p>
            <a:pPr lvl="3"/>
            <a:r>
              <a:rPr lang="ar-SA"/>
              <a:t>المستوى الرابع</a:t>
            </a:r>
          </a:p>
          <a:p>
            <a:pPr lvl="4"/>
            <a:r>
              <a:rPr lang="ar-SA"/>
              <a:t>المستوى الخامس</a:t>
            </a:r>
            <a:endParaRPr lang="en-GB"/>
          </a:p>
        </p:txBody>
      </p:sp>
      <p:sp>
        <p:nvSpPr>
          <p:cNvPr id="7" name="عنصر نائب للتاريخ 6">
            <a:extLst>
              <a:ext uri="{FF2B5EF4-FFF2-40B4-BE49-F238E27FC236}">
                <a16:creationId xmlns:a16="http://schemas.microsoft.com/office/drawing/2014/main" id="{C92C02CC-65FC-3BA5-72A5-DD58CA5B96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B9B1BC-7D42-41BC-8342-04EB54A59D9D}" type="datetimeFigureOut">
              <a:rPr lang="en-GB" smtClean="0"/>
              <a:t>18/12/2025</a:t>
            </a:fld>
            <a:endParaRPr lang="en-GB"/>
          </a:p>
        </p:txBody>
      </p:sp>
      <p:sp>
        <p:nvSpPr>
          <p:cNvPr id="8" name="عنصر نائب للتذييل 7">
            <a:extLst>
              <a:ext uri="{FF2B5EF4-FFF2-40B4-BE49-F238E27FC236}">
                <a16:creationId xmlns:a16="http://schemas.microsoft.com/office/drawing/2014/main" id="{762D6444-62F3-6D3A-5F85-97837C03C2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عنصر نائب لرقم الشريحة 8">
            <a:extLst>
              <a:ext uri="{FF2B5EF4-FFF2-40B4-BE49-F238E27FC236}">
                <a16:creationId xmlns:a16="http://schemas.microsoft.com/office/drawing/2014/main" id="{4FDA2B0F-79EF-0852-F271-EF263B0470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C28FA0-E427-49D7-AC5F-D03026681C1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627655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عنوان فق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>
            <a:extLst>
              <a:ext uri="{FF2B5EF4-FFF2-40B4-BE49-F238E27FC236}">
                <a16:creationId xmlns:a16="http://schemas.microsoft.com/office/drawing/2014/main" id="{3DE2F25A-71D5-6B8F-077A-281472B599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ar-SA"/>
              <a:t>انقر لتحرير نمط عنوان الشكل الرئيسي</a:t>
            </a:r>
            <a:endParaRPr lang="en-GB"/>
          </a:p>
        </p:txBody>
      </p:sp>
      <p:sp>
        <p:nvSpPr>
          <p:cNvPr id="3" name="عنصر نائب للتاريخ 2">
            <a:extLst>
              <a:ext uri="{FF2B5EF4-FFF2-40B4-BE49-F238E27FC236}">
                <a16:creationId xmlns:a16="http://schemas.microsoft.com/office/drawing/2014/main" id="{9C538863-042C-C12C-D0B5-C97ED53F54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B9B1BC-7D42-41BC-8342-04EB54A59D9D}" type="datetimeFigureOut">
              <a:rPr lang="en-GB" smtClean="0"/>
              <a:t>18/12/2025</a:t>
            </a:fld>
            <a:endParaRPr lang="en-GB"/>
          </a:p>
        </p:txBody>
      </p:sp>
      <p:sp>
        <p:nvSpPr>
          <p:cNvPr id="4" name="عنصر نائب للتذييل 3">
            <a:extLst>
              <a:ext uri="{FF2B5EF4-FFF2-40B4-BE49-F238E27FC236}">
                <a16:creationId xmlns:a16="http://schemas.microsoft.com/office/drawing/2014/main" id="{6A9CE614-81C1-FA52-BC79-EC2C9ACF08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عنصر نائب لرقم الشريحة 4">
            <a:extLst>
              <a:ext uri="{FF2B5EF4-FFF2-40B4-BE49-F238E27FC236}">
                <a16:creationId xmlns:a16="http://schemas.microsoft.com/office/drawing/2014/main" id="{FF7831BF-6173-9610-BF57-9C6E4EFF63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C28FA0-E427-49D7-AC5F-D03026681C1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311273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فار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صر نائب للتاريخ 1">
            <a:extLst>
              <a:ext uri="{FF2B5EF4-FFF2-40B4-BE49-F238E27FC236}">
                <a16:creationId xmlns:a16="http://schemas.microsoft.com/office/drawing/2014/main" id="{383F9469-BF4D-88F8-A1E9-5E4167AB5E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B9B1BC-7D42-41BC-8342-04EB54A59D9D}" type="datetimeFigureOut">
              <a:rPr lang="en-GB" smtClean="0"/>
              <a:t>18/12/2025</a:t>
            </a:fld>
            <a:endParaRPr lang="en-GB"/>
          </a:p>
        </p:txBody>
      </p:sp>
      <p:sp>
        <p:nvSpPr>
          <p:cNvPr id="3" name="عنصر نائب للتذييل 2">
            <a:extLst>
              <a:ext uri="{FF2B5EF4-FFF2-40B4-BE49-F238E27FC236}">
                <a16:creationId xmlns:a16="http://schemas.microsoft.com/office/drawing/2014/main" id="{D85178C1-7896-A7F8-4654-15D2C5C022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عنصر نائب لرقم الشريحة 3">
            <a:extLst>
              <a:ext uri="{FF2B5EF4-FFF2-40B4-BE49-F238E27FC236}">
                <a16:creationId xmlns:a16="http://schemas.microsoft.com/office/drawing/2014/main" id="{9D53AFA3-D430-39AA-E514-5C373DC04C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C28FA0-E427-49D7-AC5F-D03026681C1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317208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محتوى مع تسمية توضيحي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>
            <a:extLst>
              <a:ext uri="{FF2B5EF4-FFF2-40B4-BE49-F238E27FC236}">
                <a16:creationId xmlns:a16="http://schemas.microsoft.com/office/drawing/2014/main" id="{84665DC0-899C-3BB5-AEF2-FEF3494619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ar-SA"/>
              <a:t>انقر لتحرير نمط عنوان الشكل الرئيسي</a:t>
            </a:r>
            <a:endParaRPr lang="en-GB"/>
          </a:p>
        </p:txBody>
      </p:sp>
      <p:sp>
        <p:nvSpPr>
          <p:cNvPr id="3" name="عنصر نائب للمحتوى 2">
            <a:extLst>
              <a:ext uri="{FF2B5EF4-FFF2-40B4-BE49-F238E27FC236}">
                <a16:creationId xmlns:a16="http://schemas.microsoft.com/office/drawing/2014/main" id="{A3B1D47B-D653-CFB8-B26A-595A1AFF88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ar-SA"/>
              <a:t>انقر لتحرير أنماط نص الشكل الرئيسي</a:t>
            </a:r>
          </a:p>
          <a:p>
            <a:pPr lvl="1"/>
            <a:r>
              <a:rPr lang="ar-SA"/>
              <a:t>المستوى الثاني</a:t>
            </a:r>
          </a:p>
          <a:p>
            <a:pPr lvl="2"/>
            <a:r>
              <a:rPr lang="ar-SA"/>
              <a:t>المستوى الثالث</a:t>
            </a:r>
          </a:p>
          <a:p>
            <a:pPr lvl="3"/>
            <a:r>
              <a:rPr lang="ar-SA"/>
              <a:t>المستوى الرابع</a:t>
            </a:r>
          </a:p>
          <a:p>
            <a:pPr lvl="4"/>
            <a:r>
              <a:rPr lang="ar-SA"/>
              <a:t>المستوى الخامس</a:t>
            </a:r>
            <a:endParaRPr lang="en-GB"/>
          </a:p>
        </p:txBody>
      </p:sp>
      <p:sp>
        <p:nvSpPr>
          <p:cNvPr id="4" name="عنصر نائب للنص 3">
            <a:extLst>
              <a:ext uri="{FF2B5EF4-FFF2-40B4-BE49-F238E27FC236}">
                <a16:creationId xmlns:a16="http://schemas.microsoft.com/office/drawing/2014/main" id="{B1FF6C51-8371-0B58-4842-B9A1B72F08E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ar-SA"/>
              <a:t>انقر لتحرير أنماط نص الشكل الرئيسي</a:t>
            </a:r>
          </a:p>
        </p:txBody>
      </p:sp>
      <p:sp>
        <p:nvSpPr>
          <p:cNvPr id="5" name="عنصر نائب للتاريخ 4">
            <a:extLst>
              <a:ext uri="{FF2B5EF4-FFF2-40B4-BE49-F238E27FC236}">
                <a16:creationId xmlns:a16="http://schemas.microsoft.com/office/drawing/2014/main" id="{F955D0A9-F07B-018F-A4E5-E82AA6A78E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B9B1BC-7D42-41BC-8342-04EB54A59D9D}" type="datetimeFigureOut">
              <a:rPr lang="en-GB" smtClean="0"/>
              <a:t>18/12/2025</a:t>
            </a:fld>
            <a:endParaRPr lang="en-GB"/>
          </a:p>
        </p:txBody>
      </p:sp>
      <p:sp>
        <p:nvSpPr>
          <p:cNvPr id="6" name="عنصر نائب للتذييل 5">
            <a:extLst>
              <a:ext uri="{FF2B5EF4-FFF2-40B4-BE49-F238E27FC236}">
                <a16:creationId xmlns:a16="http://schemas.microsoft.com/office/drawing/2014/main" id="{65F52BC0-B328-170A-0B40-F5DE02B8DB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عنصر نائب لرقم الشريحة 6">
            <a:extLst>
              <a:ext uri="{FF2B5EF4-FFF2-40B4-BE49-F238E27FC236}">
                <a16:creationId xmlns:a16="http://schemas.microsoft.com/office/drawing/2014/main" id="{14654DA2-1AA7-2C57-019E-A471C69370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C28FA0-E427-49D7-AC5F-D03026681C1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943062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صورة مع تسمية توضيحي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>
            <a:extLst>
              <a:ext uri="{FF2B5EF4-FFF2-40B4-BE49-F238E27FC236}">
                <a16:creationId xmlns:a16="http://schemas.microsoft.com/office/drawing/2014/main" id="{4239F493-0875-39D1-FA46-F43104F520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ar-SA"/>
              <a:t>انقر لتحرير نمط عنوان الشكل الرئيسي</a:t>
            </a:r>
            <a:endParaRPr lang="en-GB"/>
          </a:p>
        </p:txBody>
      </p:sp>
      <p:sp>
        <p:nvSpPr>
          <p:cNvPr id="3" name="عنصر نائب للصورة 2">
            <a:extLst>
              <a:ext uri="{FF2B5EF4-FFF2-40B4-BE49-F238E27FC236}">
                <a16:creationId xmlns:a16="http://schemas.microsoft.com/office/drawing/2014/main" id="{64A82579-9380-CB0D-8685-C9C060A801F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عنصر نائب للنص 3">
            <a:extLst>
              <a:ext uri="{FF2B5EF4-FFF2-40B4-BE49-F238E27FC236}">
                <a16:creationId xmlns:a16="http://schemas.microsoft.com/office/drawing/2014/main" id="{A39EF54F-141E-2ED8-6B7B-FDC6DF304B7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ar-SA"/>
              <a:t>انقر لتحرير أنماط نص الشكل الرئيسي</a:t>
            </a:r>
          </a:p>
        </p:txBody>
      </p:sp>
      <p:sp>
        <p:nvSpPr>
          <p:cNvPr id="5" name="عنصر نائب للتاريخ 4">
            <a:extLst>
              <a:ext uri="{FF2B5EF4-FFF2-40B4-BE49-F238E27FC236}">
                <a16:creationId xmlns:a16="http://schemas.microsoft.com/office/drawing/2014/main" id="{843AA259-3CF2-A786-707D-722C76E357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B9B1BC-7D42-41BC-8342-04EB54A59D9D}" type="datetimeFigureOut">
              <a:rPr lang="en-GB" smtClean="0"/>
              <a:t>18/12/2025</a:t>
            </a:fld>
            <a:endParaRPr lang="en-GB"/>
          </a:p>
        </p:txBody>
      </p:sp>
      <p:sp>
        <p:nvSpPr>
          <p:cNvPr id="6" name="عنصر نائب للتذييل 5">
            <a:extLst>
              <a:ext uri="{FF2B5EF4-FFF2-40B4-BE49-F238E27FC236}">
                <a16:creationId xmlns:a16="http://schemas.microsoft.com/office/drawing/2014/main" id="{1CDE6184-266B-540D-5114-9A966E1249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عنصر نائب لرقم الشريحة 6">
            <a:extLst>
              <a:ext uri="{FF2B5EF4-FFF2-40B4-BE49-F238E27FC236}">
                <a16:creationId xmlns:a16="http://schemas.microsoft.com/office/drawing/2014/main" id="{A2DB7645-3A79-7266-ECF7-AD47960685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C28FA0-E427-49D7-AC5F-D03026681C1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924372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عنوان ونص عمودي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>
            <a:extLst>
              <a:ext uri="{FF2B5EF4-FFF2-40B4-BE49-F238E27FC236}">
                <a16:creationId xmlns:a16="http://schemas.microsoft.com/office/drawing/2014/main" id="{3D83656A-80C0-A0BE-6397-064BC0D5D5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ar-SA"/>
              <a:t>انقر لتحرير نمط عنوان الشكل الرئيسي</a:t>
            </a:r>
            <a:endParaRPr lang="en-GB"/>
          </a:p>
        </p:txBody>
      </p:sp>
      <p:sp>
        <p:nvSpPr>
          <p:cNvPr id="3" name="عنصر نائب للعنوان العمودي 2">
            <a:extLst>
              <a:ext uri="{FF2B5EF4-FFF2-40B4-BE49-F238E27FC236}">
                <a16:creationId xmlns:a16="http://schemas.microsoft.com/office/drawing/2014/main" id="{EE7B5E72-5B77-A3CA-C977-B0325A926F2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ar-SA"/>
              <a:t>انقر لتحرير أنماط نص الشكل الرئيسي</a:t>
            </a:r>
          </a:p>
          <a:p>
            <a:pPr lvl="1"/>
            <a:r>
              <a:rPr lang="ar-SA"/>
              <a:t>المستوى الثاني</a:t>
            </a:r>
          </a:p>
          <a:p>
            <a:pPr lvl="2"/>
            <a:r>
              <a:rPr lang="ar-SA"/>
              <a:t>المستوى الثالث</a:t>
            </a:r>
          </a:p>
          <a:p>
            <a:pPr lvl="3"/>
            <a:r>
              <a:rPr lang="ar-SA"/>
              <a:t>المستوى الرابع</a:t>
            </a:r>
          </a:p>
          <a:p>
            <a:pPr lvl="4"/>
            <a:r>
              <a:rPr lang="ar-SA"/>
              <a:t>المستوى الخامس</a:t>
            </a:r>
            <a:endParaRPr lang="en-GB"/>
          </a:p>
        </p:txBody>
      </p:sp>
      <p:sp>
        <p:nvSpPr>
          <p:cNvPr id="4" name="عنصر نائب للتاريخ 3">
            <a:extLst>
              <a:ext uri="{FF2B5EF4-FFF2-40B4-BE49-F238E27FC236}">
                <a16:creationId xmlns:a16="http://schemas.microsoft.com/office/drawing/2014/main" id="{BEF0AB2F-4A18-9912-25B0-F47692AEFE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B9B1BC-7D42-41BC-8342-04EB54A59D9D}" type="datetimeFigureOut">
              <a:rPr lang="en-GB" smtClean="0"/>
              <a:t>18/12/2025</a:t>
            </a:fld>
            <a:endParaRPr lang="en-GB"/>
          </a:p>
        </p:txBody>
      </p:sp>
      <p:sp>
        <p:nvSpPr>
          <p:cNvPr id="5" name="عنصر نائب للتذييل 4">
            <a:extLst>
              <a:ext uri="{FF2B5EF4-FFF2-40B4-BE49-F238E27FC236}">
                <a16:creationId xmlns:a16="http://schemas.microsoft.com/office/drawing/2014/main" id="{DFF4AC64-0B44-885F-BE23-9642BEAF24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عنصر نائب لرقم الشريحة 5">
            <a:extLst>
              <a:ext uri="{FF2B5EF4-FFF2-40B4-BE49-F238E27FC236}">
                <a16:creationId xmlns:a16="http://schemas.microsoft.com/office/drawing/2014/main" id="{541FD471-0242-76F2-8CCB-C0106FFE7A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C28FA0-E427-49D7-AC5F-D03026681C1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7382359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عنوان ونص عموديان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عمودي 1">
            <a:extLst>
              <a:ext uri="{FF2B5EF4-FFF2-40B4-BE49-F238E27FC236}">
                <a16:creationId xmlns:a16="http://schemas.microsoft.com/office/drawing/2014/main" id="{AAC68505-0D87-2D37-1E12-BA476ADCF4C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ar-SA"/>
              <a:t>انقر لتحرير نمط عنوان الشكل الرئيسي</a:t>
            </a:r>
            <a:endParaRPr lang="en-GB"/>
          </a:p>
        </p:txBody>
      </p:sp>
      <p:sp>
        <p:nvSpPr>
          <p:cNvPr id="3" name="عنصر نائب للعنوان العمودي 2">
            <a:extLst>
              <a:ext uri="{FF2B5EF4-FFF2-40B4-BE49-F238E27FC236}">
                <a16:creationId xmlns:a16="http://schemas.microsoft.com/office/drawing/2014/main" id="{6E2E7054-7C2B-33EF-DF74-29C978BC2F6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ar-SA"/>
              <a:t>انقر لتحرير أنماط نص الشكل الرئيسي</a:t>
            </a:r>
          </a:p>
          <a:p>
            <a:pPr lvl="1"/>
            <a:r>
              <a:rPr lang="ar-SA"/>
              <a:t>المستوى الثاني</a:t>
            </a:r>
          </a:p>
          <a:p>
            <a:pPr lvl="2"/>
            <a:r>
              <a:rPr lang="ar-SA"/>
              <a:t>المستوى الثالث</a:t>
            </a:r>
          </a:p>
          <a:p>
            <a:pPr lvl="3"/>
            <a:r>
              <a:rPr lang="ar-SA"/>
              <a:t>المستوى الرابع</a:t>
            </a:r>
          </a:p>
          <a:p>
            <a:pPr lvl="4"/>
            <a:r>
              <a:rPr lang="ar-SA"/>
              <a:t>المستوى الخامس</a:t>
            </a:r>
            <a:endParaRPr lang="en-GB"/>
          </a:p>
        </p:txBody>
      </p:sp>
      <p:sp>
        <p:nvSpPr>
          <p:cNvPr id="4" name="عنصر نائب للتاريخ 3">
            <a:extLst>
              <a:ext uri="{FF2B5EF4-FFF2-40B4-BE49-F238E27FC236}">
                <a16:creationId xmlns:a16="http://schemas.microsoft.com/office/drawing/2014/main" id="{AD59166C-FB36-1562-EEDB-CF1C62363B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B9B1BC-7D42-41BC-8342-04EB54A59D9D}" type="datetimeFigureOut">
              <a:rPr lang="en-GB" smtClean="0"/>
              <a:t>18/12/2025</a:t>
            </a:fld>
            <a:endParaRPr lang="en-GB"/>
          </a:p>
        </p:txBody>
      </p:sp>
      <p:sp>
        <p:nvSpPr>
          <p:cNvPr id="5" name="عنصر نائب للتذييل 4">
            <a:extLst>
              <a:ext uri="{FF2B5EF4-FFF2-40B4-BE49-F238E27FC236}">
                <a16:creationId xmlns:a16="http://schemas.microsoft.com/office/drawing/2014/main" id="{0B307229-68CA-AFE0-B2DA-8B7FCD9E40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عنصر نائب لرقم الشريحة 5">
            <a:extLst>
              <a:ext uri="{FF2B5EF4-FFF2-40B4-BE49-F238E27FC236}">
                <a16:creationId xmlns:a16="http://schemas.microsoft.com/office/drawing/2014/main" id="{B2AC79F3-E5D3-2122-ACA2-D51F544B6F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C28FA0-E427-49D7-AC5F-D03026681C1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214806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صر نائب للعنوان 1">
            <a:extLst>
              <a:ext uri="{FF2B5EF4-FFF2-40B4-BE49-F238E27FC236}">
                <a16:creationId xmlns:a16="http://schemas.microsoft.com/office/drawing/2014/main" id="{026D1DDB-196E-E3DA-2E5F-DFF9D71EF4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1" anchor="ctr">
            <a:normAutofit/>
          </a:bodyPr>
          <a:lstStyle/>
          <a:p>
            <a:r>
              <a:rPr lang="ar-SA"/>
              <a:t>انقر لتحرير نمط عنوان الشكل الرئيسي</a:t>
            </a:r>
            <a:endParaRPr lang="en-GB"/>
          </a:p>
        </p:txBody>
      </p:sp>
      <p:sp>
        <p:nvSpPr>
          <p:cNvPr id="3" name="عنصر نائب للنص 2">
            <a:extLst>
              <a:ext uri="{FF2B5EF4-FFF2-40B4-BE49-F238E27FC236}">
                <a16:creationId xmlns:a16="http://schemas.microsoft.com/office/drawing/2014/main" id="{EC477D7C-D403-E763-8571-C5B781EDEB0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1">
            <a:normAutofit/>
          </a:bodyPr>
          <a:lstStyle/>
          <a:p>
            <a:pPr lvl="0"/>
            <a:r>
              <a:rPr lang="ar-SA"/>
              <a:t>انقر لتحرير أنماط نص الشكل الرئيسي</a:t>
            </a:r>
          </a:p>
          <a:p>
            <a:pPr lvl="1"/>
            <a:r>
              <a:rPr lang="ar-SA"/>
              <a:t>المستوى الثاني</a:t>
            </a:r>
          </a:p>
          <a:p>
            <a:pPr lvl="2"/>
            <a:r>
              <a:rPr lang="ar-SA"/>
              <a:t>المستوى الثالث</a:t>
            </a:r>
          </a:p>
          <a:p>
            <a:pPr lvl="3"/>
            <a:r>
              <a:rPr lang="ar-SA"/>
              <a:t>المستوى الرابع</a:t>
            </a:r>
          </a:p>
          <a:p>
            <a:pPr lvl="4"/>
            <a:r>
              <a:rPr lang="ar-SA"/>
              <a:t>المستوى الخامس</a:t>
            </a:r>
            <a:endParaRPr lang="en-GB"/>
          </a:p>
        </p:txBody>
      </p:sp>
      <p:sp>
        <p:nvSpPr>
          <p:cNvPr id="4" name="عنصر نائب للتاريخ 3">
            <a:extLst>
              <a:ext uri="{FF2B5EF4-FFF2-40B4-BE49-F238E27FC236}">
                <a16:creationId xmlns:a16="http://schemas.microsoft.com/office/drawing/2014/main" id="{3AB93B38-FA1F-B203-F9FA-6D263C748B4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5B9B1BC-7D42-41BC-8342-04EB54A59D9D}" type="datetimeFigureOut">
              <a:rPr lang="en-GB" smtClean="0"/>
              <a:t>18/12/2025</a:t>
            </a:fld>
            <a:endParaRPr lang="en-GB"/>
          </a:p>
        </p:txBody>
      </p:sp>
      <p:sp>
        <p:nvSpPr>
          <p:cNvPr id="5" name="عنصر نائب للتذييل 4">
            <a:extLst>
              <a:ext uri="{FF2B5EF4-FFF2-40B4-BE49-F238E27FC236}">
                <a16:creationId xmlns:a16="http://schemas.microsoft.com/office/drawing/2014/main" id="{9BA76F9B-A3C8-C390-AB6B-AAD831C9132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عنصر نائب لرقم الشريحة 5">
            <a:extLst>
              <a:ext uri="{FF2B5EF4-FFF2-40B4-BE49-F238E27FC236}">
                <a16:creationId xmlns:a16="http://schemas.microsoft.com/office/drawing/2014/main" id="{C6EE8E1D-FB6F-81C1-346F-8DF5A593025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6C28FA0-E427-49D7-AC5F-D03026681C1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719859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r" defTabSz="914400" rtl="1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r" defTabSz="914400" rtl="1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4E1BEB12-92AF-4445-98AD-4C7756E7C9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0522C2C-7B5C-48A7-A969-03941E5D2E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2" name="Freeform 13">
            <a:extLst>
              <a:ext uri="{FF2B5EF4-FFF2-40B4-BE49-F238E27FC236}">
                <a16:creationId xmlns:a16="http://schemas.microsoft.com/office/drawing/2014/main" id="{9C682A1A-5B2D-4111-BBD6-620165633E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769476" y="220196"/>
            <a:ext cx="9422524" cy="6637806"/>
          </a:xfrm>
          <a:custGeom>
            <a:avLst/>
            <a:gdLst>
              <a:gd name="connsiteX0" fmla="*/ 4929467 w 8191500"/>
              <a:gd name="connsiteY0" fmla="*/ 0 h 5770597"/>
              <a:gd name="connsiteX1" fmla="*/ 8065066 w 8191500"/>
              <a:gd name="connsiteY1" fmla="*/ 1118513 h 5770597"/>
              <a:gd name="connsiteX2" fmla="*/ 8191500 w 8191500"/>
              <a:gd name="connsiteY2" fmla="*/ 1227339 h 5770597"/>
              <a:gd name="connsiteX3" fmla="*/ 8191500 w 8191500"/>
              <a:gd name="connsiteY3" fmla="*/ 5770597 h 5770597"/>
              <a:gd name="connsiteX4" fmla="*/ 79523 w 8191500"/>
              <a:gd name="connsiteY4" fmla="*/ 5770597 h 5770597"/>
              <a:gd name="connsiteX5" fmla="*/ 56799 w 8191500"/>
              <a:gd name="connsiteY5" fmla="*/ 5644158 h 5770597"/>
              <a:gd name="connsiteX6" fmla="*/ 0 w 8191500"/>
              <a:gd name="connsiteY6" fmla="*/ 4898209 h 5770597"/>
              <a:gd name="connsiteX7" fmla="*/ 4929467 w 8191500"/>
              <a:gd name="connsiteY7" fmla="*/ 0 h 57705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8191500" h="5770597">
                <a:moveTo>
                  <a:pt x="4929467" y="0"/>
                </a:moveTo>
                <a:cubicBezTo>
                  <a:pt x="6120547" y="0"/>
                  <a:pt x="7212963" y="419755"/>
                  <a:pt x="8065066" y="1118513"/>
                </a:cubicBezTo>
                <a:lnTo>
                  <a:pt x="8191500" y="1227339"/>
                </a:lnTo>
                <a:lnTo>
                  <a:pt x="8191500" y="5770597"/>
                </a:lnTo>
                <a:lnTo>
                  <a:pt x="79523" y="5770597"/>
                </a:lnTo>
                <a:lnTo>
                  <a:pt x="56799" y="5644158"/>
                </a:lnTo>
                <a:cubicBezTo>
                  <a:pt x="19398" y="5400934"/>
                  <a:pt x="0" y="5151822"/>
                  <a:pt x="0" y="4898209"/>
                </a:cubicBezTo>
                <a:cubicBezTo>
                  <a:pt x="0" y="2193003"/>
                  <a:pt x="2206998" y="0"/>
                  <a:pt x="4929467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D6EE29F2-D77F-4BD0-A20B-334D316A1C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09800" y="2099696"/>
            <a:ext cx="1942241" cy="1889551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Arc 15">
            <a:extLst>
              <a:ext uri="{FF2B5EF4-FFF2-40B4-BE49-F238E27FC236}">
                <a16:creationId xmlns:a16="http://schemas.microsoft.com/office/drawing/2014/main" id="{22D09ED2-868F-42C6-866E-F92E0CEF314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520172">
            <a:off x="1613162" y="1492572"/>
            <a:ext cx="2987899" cy="2987899"/>
          </a:xfrm>
          <a:prstGeom prst="arc">
            <a:avLst>
              <a:gd name="adj1" fmla="val 14455503"/>
              <a:gd name="adj2" fmla="val 227775"/>
            </a:avLst>
          </a:prstGeom>
          <a:ln w="127000" cap="rnd">
            <a:solidFill>
              <a:schemeClr val="accent4"/>
            </a:solidFill>
            <a:prstDash val="dash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عنوان 1">
            <a:extLst>
              <a:ext uri="{FF2B5EF4-FFF2-40B4-BE49-F238E27FC236}">
                <a16:creationId xmlns:a16="http://schemas.microsoft.com/office/drawing/2014/main" id="{E8AFDEEB-2FB3-863B-7217-2AC955081DF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038600" y="1939159"/>
            <a:ext cx="7644627" cy="2751086"/>
          </a:xfrm>
        </p:spPr>
        <p:txBody>
          <a:bodyPr>
            <a:normAutofit/>
          </a:bodyPr>
          <a:lstStyle/>
          <a:p>
            <a:pPr algn="r"/>
            <a:r>
              <a:rPr lang="en-US" sz="4200" b="1"/>
              <a:t>Veri </a:t>
            </a:r>
            <a:r>
              <a:rPr lang="tr-TR" sz="4200" b="1"/>
              <a:t>Merkezi</a:t>
            </a:r>
            <a:r>
              <a:rPr lang="en-US" sz="4200" b="1"/>
              <a:t> (Data Center) </a:t>
            </a:r>
            <a:r>
              <a:rPr lang="en-US" sz="4200" b="1" err="1"/>
              <a:t>Soğutma</a:t>
            </a:r>
            <a:r>
              <a:rPr lang="en-US" sz="4200" b="1"/>
              <a:t> </a:t>
            </a:r>
            <a:r>
              <a:rPr lang="en-US" sz="4200" b="1" err="1"/>
              <a:t>Sistemlerinde</a:t>
            </a:r>
            <a:r>
              <a:rPr lang="en-US" sz="4200" b="1"/>
              <a:t> Enerji </a:t>
            </a:r>
            <a:r>
              <a:rPr lang="en-US" sz="4200" b="1" err="1"/>
              <a:t>Verimliliği</a:t>
            </a:r>
            <a:r>
              <a:rPr lang="en-US" sz="4200" b="1"/>
              <a:t> </a:t>
            </a:r>
            <a:r>
              <a:rPr lang="en-US" sz="4200" b="1" err="1"/>
              <a:t>Optimizasyonu</a:t>
            </a:r>
            <a:br>
              <a:rPr lang="tr-TR" sz="4200" b="1"/>
            </a:br>
            <a:endParaRPr lang="en-GB" sz="4200"/>
          </a:p>
        </p:txBody>
      </p:sp>
      <p:sp>
        <p:nvSpPr>
          <p:cNvPr id="3" name="عنوان فرعي 2">
            <a:extLst>
              <a:ext uri="{FF2B5EF4-FFF2-40B4-BE49-F238E27FC236}">
                <a16:creationId xmlns:a16="http://schemas.microsoft.com/office/drawing/2014/main" id="{34469CB1-2701-134A-54A7-20AD7270BFC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038600" y="4782320"/>
            <a:ext cx="7644627" cy="1329443"/>
          </a:xfrm>
        </p:spPr>
        <p:txBody>
          <a:bodyPr>
            <a:normAutofit/>
          </a:bodyPr>
          <a:lstStyle/>
          <a:p>
            <a:pPr algn="r"/>
            <a:r>
              <a:rPr lang="en-US" b="1" i="0" baseline="0" dirty="0" err="1">
                <a:effectLst/>
              </a:rPr>
              <a:t>Abdulrab</a:t>
            </a:r>
            <a:r>
              <a:rPr lang="en-US" b="1" i="0" baseline="0" dirty="0">
                <a:effectLst/>
              </a:rPr>
              <a:t> </a:t>
            </a:r>
            <a:r>
              <a:rPr lang="en-US" b="1" i="0" baseline="0" dirty="0" err="1">
                <a:effectLst/>
              </a:rPr>
              <a:t>Abdulrab</a:t>
            </a:r>
            <a:endParaRPr lang="en-GB">
              <a:effectLst/>
            </a:endParaRPr>
          </a:p>
          <a:p>
            <a:pPr algn="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922872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E92FEB64-6EEA-4759-B4A4-BD2C1E660B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B10BB131-AC8E-4A8E-A5D1-36260F720C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07393" y="847600"/>
            <a:ext cx="4619938" cy="4619938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عنوان 1">
            <a:extLst>
              <a:ext uri="{FF2B5EF4-FFF2-40B4-BE49-F238E27FC236}">
                <a16:creationId xmlns:a16="http://schemas.microsoft.com/office/drawing/2014/main" id="{272DEBBD-455C-0176-4171-844C7844A9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89278" y="1233241"/>
            <a:ext cx="3240506" cy="4064628"/>
          </a:xfrm>
        </p:spPr>
        <p:txBody>
          <a:bodyPr>
            <a:normAutofit/>
          </a:bodyPr>
          <a:lstStyle/>
          <a:p>
            <a:r>
              <a:rPr lang="tr-TR" b="1" noProof="0">
                <a:solidFill>
                  <a:srgbClr val="FFFFFF"/>
                </a:solidFill>
              </a:rPr>
              <a:t>Problemin Tanımı</a:t>
            </a:r>
          </a:p>
        </p:txBody>
      </p:sp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14847E93-7DC1-4D4B-8829-B19AA7137C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530529" y="0"/>
            <a:ext cx="1155142" cy="591009"/>
          </a:xfrm>
          <a:custGeom>
            <a:avLst/>
            <a:gdLst>
              <a:gd name="connsiteX0" fmla="*/ 1355 w 1155142"/>
              <a:gd name="connsiteY0" fmla="*/ 0 h 591009"/>
              <a:gd name="connsiteX1" fmla="*/ 1153787 w 1155142"/>
              <a:gd name="connsiteY1" fmla="*/ 0 h 591009"/>
              <a:gd name="connsiteX2" fmla="*/ 1155142 w 1155142"/>
              <a:gd name="connsiteY2" fmla="*/ 13438 h 591009"/>
              <a:gd name="connsiteX3" fmla="*/ 577571 w 1155142"/>
              <a:gd name="connsiteY3" fmla="*/ 591009 h 591009"/>
              <a:gd name="connsiteX4" fmla="*/ 0 w 1155142"/>
              <a:gd name="connsiteY4" fmla="*/ 13438 h 5910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55142" h="591009">
                <a:moveTo>
                  <a:pt x="1355" y="0"/>
                </a:moveTo>
                <a:lnTo>
                  <a:pt x="1153787" y="0"/>
                </a:lnTo>
                <a:lnTo>
                  <a:pt x="1155142" y="13438"/>
                </a:lnTo>
                <a:cubicBezTo>
                  <a:pt x="1155142" y="332422"/>
                  <a:pt x="896555" y="591009"/>
                  <a:pt x="577571" y="591009"/>
                </a:cubicBezTo>
                <a:cubicBezTo>
                  <a:pt x="258587" y="591009"/>
                  <a:pt x="0" y="332422"/>
                  <a:pt x="0" y="13438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5566D6E1-03A1-4D73-A4E0-35D74D568A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3961511" y="-1"/>
            <a:ext cx="1737401" cy="959536"/>
          </a:xfrm>
          <a:custGeom>
            <a:avLst/>
            <a:gdLst>
              <a:gd name="connsiteX0" fmla="*/ 0 w 1737401"/>
              <a:gd name="connsiteY0" fmla="*/ 0 h 959536"/>
              <a:gd name="connsiteX1" fmla="*/ 123825 w 1737401"/>
              <a:gd name="connsiteY1" fmla="*/ 0 h 959536"/>
              <a:gd name="connsiteX2" fmla="*/ 123825 w 1737401"/>
              <a:gd name="connsiteY2" fmla="*/ 790277 h 959536"/>
              <a:gd name="connsiteX3" fmla="*/ 1490095 w 1737401"/>
              <a:gd name="connsiteY3" fmla="*/ 0 h 959536"/>
              <a:gd name="connsiteX4" fmla="*/ 1737401 w 1737401"/>
              <a:gd name="connsiteY4" fmla="*/ 0 h 959536"/>
              <a:gd name="connsiteX5" fmla="*/ 92869 w 1737401"/>
              <a:gd name="connsiteY5" fmla="*/ 951249 h 959536"/>
              <a:gd name="connsiteX6" fmla="*/ 61913 w 1737401"/>
              <a:gd name="connsiteY6" fmla="*/ 959536 h 959536"/>
              <a:gd name="connsiteX7" fmla="*/ 0 w 1737401"/>
              <a:gd name="connsiteY7" fmla="*/ 897624 h 959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37401" h="959536">
                <a:moveTo>
                  <a:pt x="0" y="0"/>
                </a:moveTo>
                <a:lnTo>
                  <a:pt x="123825" y="0"/>
                </a:lnTo>
                <a:lnTo>
                  <a:pt x="123825" y="790277"/>
                </a:lnTo>
                <a:lnTo>
                  <a:pt x="1490095" y="0"/>
                </a:lnTo>
                <a:lnTo>
                  <a:pt x="1737401" y="0"/>
                </a:lnTo>
                <a:lnTo>
                  <a:pt x="92869" y="951249"/>
                </a:lnTo>
                <a:cubicBezTo>
                  <a:pt x="83458" y="956688"/>
                  <a:pt x="72780" y="959546"/>
                  <a:pt x="61913" y="959536"/>
                </a:cubicBezTo>
                <a:cubicBezTo>
                  <a:pt x="27719" y="959536"/>
                  <a:pt x="0" y="931818"/>
                  <a:pt x="0" y="897624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6" name="Freeform: Shape 25">
            <a:extLst>
              <a:ext uri="{FF2B5EF4-FFF2-40B4-BE49-F238E27FC236}">
                <a16:creationId xmlns:a16="http://schemas.microsoft.com/office/drawing/2014/main" id="{9F835A99-04AC-494A-A572-AFE8413CC9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2936831"/>
            <a:ext cx="159741" cy="552996"/>
          </a:xfrm>
          <a:custGeom>
            <a:avLst/>
            <a:gdLst>
              <a:gd name="connsiteX0" fmla="*/ 159741 w 159741"/>
              <a:gd name="connsiteY0" fmla="*/ 0 h 552996"/>
              <a:gd name="connsiteX1" fmla="*/ 159741 w 159741"/>
              <a:gd name="connsiteY1" fmla="*/ 552996 h 552996"/>
              <a:gd name="connsiteX2" fmla="*/ 141849 w 159741"/>
              <a:gd name="connsiteY2" fmla="*/ 543285 h 552996"/>
              <a:gd name="connsiteX3" fmla="*/ 0 w 159741"/>
              <a:gd name="connsiteY3" fmla="*/ 276498 h 552996"/>
              <a:gd name="connsiteX4" fmla="*/ 141849 w 159741"/>
              <a:gd name="connsiteY4" fmla="*/ 9711 h 5529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9741" h="552996">
                <a:moveTo>
                  <a:pt x="159741" y="0"/>
                </a:moveTo>
                <a:lnTo>
                  <a:pt x="159741" y="552996"/>
                </a:lnTo>
                <a:lnTo>
                  <a:pt x="141849" y="543285"/>
                </a:lnTo>
                <a:cubicBezTo>
                  <a:pt x="56268" y="485467"/>
                  <a:pt x="0" y="387554"/>
                  <a:pt x="0" y="276498"/>
                </a:cubicBezTo>
                <a:cubicBezTo>
                  <a:pt x="0" y="165443"/>
                  <a:pt x="56268" y="67529"/>
                  <a:pt x="141849" y="9711"/>
                </a:cubicBezTo>
                <a:close/>
              </a:path>
            </a:pathLst>
          </a:custGeom>
          <a:solidFill>
            <a:schemeClr val="accent4"/>
          </a:solidFill>
          <a:ln w="1270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FD53091E-6FFE-81A0-37A0-64157CA0D6D4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096000" y="820880"/>
            <a:ext cx="5257799" cy="4889350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="t" anchorCtr="0" compatLnSpc="1">
            <a:prstTxWarp prst="textNoShape">
              <a:avLst/>
            </a:prstTxWarp>
            <a:normAutofit/>
          </a:bodyPr>
          <a:lstStyle/>
          <a:p>
            <a:pPr marL="0" lvl="0" indent="0" eaLnBrk="0" fontAlgn="base" hangingPunct="0">
              <a:spcBef>
                <a:spcPct val="0"/>
              </a:spcBef>
              <a:spcAft>
                <a:spcPts val="600"/>
              </a:spcAft>
              <a:buClrTx/>
              <a:buSzTx/>
              <a:buNone/>
            </a:pPr>
            <a:r>
              <a:rPr lang="en-US" sz="1500" b="1" noProof="1">
                <a:latin typeface="Arial" panose="020B0604020202020204" pitchFamily="34" charset="0"/>
              </a:rPr>
              <a:t>Amaç:</a:t>
            </a:r>
          </a:p>
          <a:p>
            <a:pPr marL="0" lvl="0" indent="0" eaLnBrk="0" fontAlgn="base" hangingPunct="0">
              <a:spcBef>
                <a:spcPct val="0"/>
              </a:spcBef>
              <a:spcAft>
                <a:spcPts val="600"/>
              </a:spcAft>
              <a:buClrTx/>
              <a:buSzTx/>
              <a:buNone/>
            </a:pPr>
            <a:r>
              <a:rPr lang="en-US" sz="1500" noProof="1">
                <a:latin typeface="Arial" panose="020B0604020202020204" pitchFamily="34" charset="0"/>
              </a:rPr>
              <a:t>Bir sunucu kabini için toplam maliyeti (Enerji + Risk) minimize eden en uygun fan hızını bulmak.</a:t>
            </a:r>
          </a:p>
          <a:p>
            <a:pPr marL="0" lvl="0" indent="0" eaLnBrk="0" fontAlgn="base" hangingPunct="0">
              <a:spcBef>
                <a:spcPct val="0"/>
              </a:spcBef>
              <a:spcAft>
                <a:spcPts val="600"/>
              </a:spcAft>
              <a:buClrTx/>
              <a:buSzTx/>
              <a:buNone/>
            </a:pPr>
            <a:endParaRPr lang="en-US" sz="1500" noProof="1">
              <a:latin typeface="Arial" panose="020B0604020202020204" pitchFamily="34" charset="0"/>
            </a:endParaRPr>
          </a:p>
          <a:p>
            <a:pPr marL="0" lvl="0" indent="0" eaLnBrk="0" fontAlgn="base" hangingPunct="0">
              <a:spcBef>
                <a:spcPct val="0"/>
              </a:spcBef>
              <a:spcAft>
                <a:spcPts val="600"/>
              </a:spcAft>
              <a:buClrTx/>
              <a:buSzTx/>
              <a:buNone/>
            </a:pPr>
            <a:r>
              <a:rPr lang="en-US" sz="1500" b="1" noProof="1">
                <a:latin typeface="Arial" panose="020B0604020202020204" pitchFamily="34" charset="0"/>
              </a:rPr>
              <a:t>Temel Sorun (Trade-off):</a:t>
            </a:r>
          </a:p>
          <a:p>
            <a:pPr marL="0" lvl="0" indent="0" eaLnBrk="0" fontAlgn="base" hangingPunct="0">
              <a:spcBef>
                <a:spcPct val="0"/>
              </a:spcBef>
              <a:spcAft>
                <a:spcPts val="600"/>
              </a:spcAft>
              <a:buClrTx/>
              <a:buSzTx/>
              <a:buNone/>
            </a:pPr>
            <a:r>
              <a:rPr lang="en-US" sz="1500" u="sng" noProof="1">
                <a:latin typeface="Arial" panose="020B0604020202020204" pitchFamily="34" charset="0"/>
              </a:rPr>
              <a:t>1. Düşük Fan Hızı:</a:t>
            </a:r>
          </a:p>
          <a:p>
            <a:pPr marL="0" lvl="0" indent="0" eaLnBrk="0" fontAlgn="base" hangingPunct="0">
              <a:spcBef>
                <a:spcPct val="0"/>
              </a:spcBef>
              <a:spcAft>
                <a:spcPts val="600"/>
              </a:spcAft>
              <a:buClrTx/>
              <a:buSzTx/>
              <a:buNone/>
            </a:pPr>
            <a:r>
              <a:rPr lang="en-US" sz="1500" noProof="1">
                <a:latin typeface="Arial" panose="020B0604020202020204" pitchFamily="34" charset="0"/>
              </a:rPr>
              <a:t>   - Sunucu ısınır -&gt; Donanım arıza riski artar.</a:t>
            </a:r>
          </a:p>
          <a:p>
            <a:pPr marL="0" lvl="0" indent="0" eaLnBrk="0" fontAlgn="base" hangingPunct="0">
              <a:spcBef>
                <a:spcPct val="0"/>
              </a:spcBef>
              <a:spcAft>
                <a:spcPts val="600"/>
              </a:spcAft>
              <a:buClrTx/>
              <a:buSzTx/>
              <a:buNone/>
            </a:pPr>
            <a:r>
              <a:rPr lang="en-US" sz="1500" noProof="1">
                <a:latin typeface="Arial" panose="020B0604020202020204" pitchFamily="34" charset="0"/>
              </a:rPr>
              <a:t>   - Risk Maliyeti (C_risk) yükselir.</a:t>
            </a:r>
          </a:p>
          <a:p>
            <a:pPr marL="0" lvl="0" indent="0" eaLnBrk="0" fontAlgn="base" hangingPunct="0">
              <a:spcBef>
                <a:spcPct val="0"/>
              </a:spcBef>
              <a:spcAft>
                <a:spcPts val="600"/>
              </a:spcAft>
              <a:buClrTx/>
              <a:buSzTx/>
              <a:buNone/>
            </a:pPr>
            <a:endParaRPr lang="en-US" sz="1500" noProof="1">
              <a:latin typeface="Arial" panose="020B0604020202020204" pitchFamily="34" charset="0"/>
            </a:endParaRPr>
          </a:p>
          <a:p>
            <a:pPr marL="0" lvl="0" indent="0" eaLnBrk="0" fontAlgn="base" hangingPunct="0">
              <a:spcBef>
                <a:spcPct val="0"/>
              </a:spcBef>
              <a:spcAft>
                <a:spcPts val="600"/>
              </a:spcAft>
              <a:buClrTx/>
              <a:buSzTx/>
              <a:buNone/>
            </a:pPr>
            <a:r>
              <a:rPr lang="en-US" sz="1500" u="sng" noProof="1">
                <a:latin typeface="Arial" panose="020B0604020202020204" pitchFamily="34" charset="0"/>
              </a:rPr>
              <a:t>2. Yüksek Fan Hızı:</a:t>
            </a:r>
          </a:p>
          <a:p>
            <a:pPr marL="0" lvl="0" indent="0" eaLnBrk="0" fontAlgn="base" hangingPunct="0">
              <a:spcBef>
                <a:spcPct val="0"/>
              </a:spcBef>
              <a:spcAft>
                <a:spcPts val="600"/>
              </a:spcAft>
              <a:buClrTx/>
              <a:buSzTx/>
              <a:buNone/>
            </a:pPr>
            <a:r>
              <a:rPr lang="en-US" sz="1500" noProof="1">
                <a:latin typeface="Arial" panose="020B0604020202020204" pitchFamily="34" charset="0"/>
              </a:rPr>
              <a:t>   - Soğutma iyidir ancak enerji tüketimi çok artar.</a:t>
            </a:r>
          </a:p>
          <a:p>
            <a:pPr marL="0" lvl="0" indent="0" eaLnBrk="0" fontAlgn="base" hangingPunct="0">
              <a:spcBef>
                <a:spcPct val="0"/>
              </a:spcBef>
              <a:spcAft>
                <a:spcPts val="600"/>
              </a:spcAft>
              <a:buClrTx/>
              <a:buSzTx/>
              <a:buNone/>
            </a:pPr>
            <a:r>
              <a:rPr lang="en-US" sz="1500" noProof="1">
                <a:latin typeface="Arial" panose="020B0604020202020204" pitchFamily="34" charset="0"/>
              </a:rPr>
              <a:t>   - Fiziksel Kural: Güç tüketimi hızın küpü ile artar (P ~ v^3).</a:t>
            </a:r>
          </a:p>
          <a:p>
            <a:pPr marL="0" lvl="0" indent="0" eaLnBrk="0" fontAlgn="base" hangingPunct="0">
              <a:spcBef>
                <a:spcPct val="0"/>
              </a:spcBef>
              <a:spcAft>
                <a:spcPts val="600"/>
              </a:spcAft>
              <a:buClrTx/>
              <a:buSzTx/>
              <a:buNone/>
            </a:pPr>
            <a:endParaRPr lang="en-US" sz="1500" noProof="1">
              <a:latin typeface="Arial" panose="020B0604020202020204" pitchFamily="34" charset="0"/>
            </a:endParaRPr>
          </a:p>
          <a:p>
            <a:pPr marL="0" lvl="0" indent="0" eaLnBrk="0" fontAlgn="base" hangingPunct="0">
              <a:spcBef>
                <a:spcPct val="0"/>
              </a:spcBef>
              <a:spcAft>
                <a:spcPts val="600"/>
              </a:spcAft>
              <a:buClrTx/>
              <a:buSzTx/>
              <a:buNone/>
            </a:pPr>
            <a:r>
              <a:rPr lang="en-US" sz="1500" b="1" noProof="1">
                <a:latin typeface="Arial" panose="020B0604020202020204" pitchFamily="34" charset="0"/>
              </a:rPr>
              <a:t>Hedef:</a:t>
            </a:r>
          </a:p>
          <a:p>
            <a:pPr marL="0" lvl="0" indent="0" eaLnBrk="0" fontAlgn="base" hangingPunct="0">
              <a:spcBef>
                <a:spcPct val="0"/>
              </a:spcBef>
              <a:spcAft>
                <a:spcPts val="600"/>
              </a:spcAft>
              <a:buClrTx/>
              <a:buSzTx/>
              <a:buNone/>
            </a:pPr>
            <a:r>
              <a:rPr lang="en-US" sz="1500" noProof="1">
                <a:latin typeface="Arial" panose="020B0604020202020204" pitchFamily="34" charset="0"/>
              </a:rPr>
              <a:t>Bu iki maliyetin toplamını en aza indiren "Optimum Hız" (v*) değerini tespit etmek.</a:t>
            </a:r>
            <a:endParaRPr kumimoji="0" lang="en-US" sz="1500" i="0" u="none" strike="noStrike" cap="none" normalizeH="0" baseline="0" noProof="1">
              <a:ln>
                <a:noFill/>
              </a:ln>
              <a:effectLst/>
              <a:latin typeface="Arial" panose="020B0604020202020204" pitchFamily="34" charset="0"/>
            </a:endParaRPr>
          </a:p>
        </p:txBody>
      </p:sp>
      <p:sp>
        <p:nvSpPr>
          <p:cNvPr id="28" name="Freeform: Shape 27">
            <a:extLst>
              <a:ext uri="{FF2B5EF4-FFF2-40B4-BE49-F238E27FC236}">
                <a16:creationId xmlns:a16="http://schemas.microsoft.com/office/drawing/2014/main" id="{7B786209-1B0B-4CA9-9BDD-F7327066A8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5835649"/>
            <a:ext cx="1548180" cy="1022351"/>
          </a:xfrm>
          <a:custGeom>
            <a:avLst/>
            <a:gdLst>
              <a:gd name="connsiteX0" fmla="*/ 61913 w 1548180"/>
              <a:gd name="connsiteY0" fmla="*/ 0 h 1022351"/>
              <a:gd name="connsiteX1" fmla="*/ 1548180 w 1548180"/>
              <a:gd name="connsiteY1" fmla="*/ 0 h 1022351"/>
              <a:gd name="connsiteX2" fmla="*/ 1548180 w 1548180"/>
              <a:gd name="connsiteY2" fmla="*/ 123825 h 1022351"/>
              <a:gd name="connsiteX3" fmla="*/ 123825 w 1548180"/>
              <a:gd name="connsiteY3" fmla="*/ 123825 h 1022351"/>
              <a:gd name="connsiteX4" fmla="*/ 123825 w 1548180"/>
              <a:gd name="connsiteY4" fmla="*/ 1022351 h 1022351"/>
              <a:gd name="connsiteX5" fmla="*/ 0 w 1548180"/>
              <a:gd name="connsiteY5" fmla="*/ 1022351 h 1022351"/>
              <a:gd name="connsiteX6" fmla="*/ 0 w 1548180"/>
              <a:gd name="connsiteY6" fmla="*/ 61913 h 1022351"/>
              <a:gd name="connsiteX7" fmla="*/ 61913 w 1548180"/>
              <a:gd name="connsiteY7" fmla="*/ 0 h 10223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548180" h="1022351">
                <a:moveTo>
                  <a:pt x="61913" y="0"/>
                </a:moveTo>
                <a:lnTo>
                  <a:pt x="1548180" y="0"/>
                </a:lnTo>
                <a:lnTo>
                  <a:pt x="1548180" y="123825"/>
                </a:lnTo>
                <a:lnTo>
                  <a:pt x="123825" y="123825"/>
                </a:lnTo>
                <a:lnTo>
                  <a:pt x="123825" y="1022351"/>
                </a:lnTo>
                <a:lnTo>
                  <a:pt x="0" y="1022351"/>
                </a:lnTo>
                <a:lnTo>
                  <a:pt x="0" y="61913"/>
                </a:lnTo>
                <a:cubicBezTo>
                  <a:pt x="0" y="27719"/>
                  <a:pt x="27719" y="0"/>
                  <a:pt x="61913" y="0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30" name="Freeform: Shape 29">
            <a:extLst>
              <a:ext uri="{FF2B5EF4-FFF2-40B4-BE49-F238E27FC236}">
                <a16:creationId xmlns:a16="http://schemas.microsoft.com/office/drawing/2014/main" id="{2D2964BB-484D-45AE-AD66-D407D06296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3405056" y="5717905"/>
            <a:ext cx="1771609" cy="1140095"/>
          </a:xfrm>
          <a:custGeom>
            <a:avLst/>
            <a:gdLst>
              <a:gd name="connsiteX0" fmla="*/ 1561721 w 1771609"/>
              <a:gd name="connsiteY0" fmla="*/ 763041 h 1140095"/>
              <a:gd name="connsiteX1" fmla="*/ 1623024 w 1771609"/>
              <a:gd name="connsiteY1" fmla="*/ 792810 h 1140095"/>
              <a:gd name="connsiteX2" fmla="*/ 1711735 w 1771609"/>
              <a:gd name="connsiteY2" fmla="*/ 970132 h 1140095"/>
              <a:gd name="connsiteX3" fmla="*/ 1771609 w 1771609"/>
              <a:gd name="connsiteY3" fmla="*/ 1140095 h 1140095"/>
              <a:gd name="connsiteX4" fmla="*/ 1637225 w 1771609"/>
              <a:gd name="connsiteY4" fmla="*/ 1140095 h 1140095"/>
              <a:gd name="connsiteX5" fmla="*/ 1594820 w 1771609"/>
              <a:gd name="connsiteY5" fmla="*/ 1019711 h 1140095"/>
              <a:gd name="connsiteX6" fmla="*/ 1513200 w 1771609"/>
              <a:gd name="connsiteY6" fmla="*/ 856627 h 1140095"/>
              <a:gd name="connsiteX7" fmla="*/ 1538499 w 1771609"/>
              <a:gd name="connsiteY7" fmla="*/ 770415 h 1140095"/>
              <a:gd name="connsiteX8" fmla="*/ 1561721 w 1771609"/>
              <a:gd name="connsiteY8" fmla="*/ 763041 h 1140095"/>
              <a:gd name="connsiteX9" fmla="*/ 933455 w 1771609"/>
              <a:gd name="connsiteY9" fmla="*/ 161309 h 1140095"/>
              <a:gd name="connsiteX10" fmla="*/ 957797 w 1771609"/>
              <a:gd name="connsiteY10" fmla="*/ 167970 h 1140095"/>
              <a:gd name="connsiteX11" fmla="*/ 1286982 w 1771609"/>
              <a:gd name="connsiteY11" fmla="*/ 387616 h 1140095"/>
              <a:gd name="connsiteX12" fmla="*/ 1293725 w 1771609"/>
              <a:gd name="connsiteY12" fmla="*/ 477075 h 1140095"/>
              <a:gd name="connsiteX13" fmla="*/ 1245453 w 1771609"/>
              <a:gd name="connsiteY13" fmla="*/ 499154 h 1140095"/>
              <a:gd name="connsiteX14" fmla="*/ 1245167 w 1771609"/>
              <a:gd name="connsiteY14" fmla="*/ 499154 h 1140095"/>
              <a:gd name="connsiteX15" fmla="*/ 1203638 w 1771609"/>
              <a:gd name="connsiteY15" fmla="*/ 484104 h 1140095"/>
              <a:gd name="connsiteX16" fmla="*/ 900647 w 1771609"/>
              <a:gd name="connsiteY16" fmla="*/ 281508 h 1140095"/>
              <a:gd name="connsiteX17" fmla="*/ 872454 w 1771609"/>
              <a:gd name="connsiteY17" fmla="*/ 196164 h 1140095"/>
              <a:gd name="connsiteX18" fmla="*/ 933455 w 1771609"/>
              <a:gd name="connsiteY18" fmla="*/ 161309 h 1140095"/>
              <a:gd name="connsiteX19" fmla="*/ 256260 w 1771609"/>
              <a:gd name="connsiteY19" fmla="*/ 29 h 1140095"/>
              <a:gd name="connsiteX20" fmla="*/ 454020 w 1771609"/>
              <a:gd name="connsiteY20" fmla="*/ 13474 h 1140095"/>
              <a:gd name="connsiteX21" fmla="*/ 509236 w 1771609"/>
              <a:gd name="connsiteY21" fmla="*/ 84182 h 1140095"/>
              <a:gd name="connsiteX22" fmla="*/ 445829 w 1771609"/>
              <a:gd name="connsiteY22" fmla="*/ 139871 h 1140095"/>
              <a:gd name="connsiteX23" fmla="*/ 437447 w 1771609"/>
              <a:gd name="connsiteY23" fmla="*/ 139395 h 1140095"/>
              <a:gd name="connsiteX24" fmla="*/ 73211 w 1771609"/>
              <a:gd name="connsiteY24" fmla="*/ 137204 h 1140095"/>
              <a:gd name="connsiteX25" fmla="*/ 749 w 1771609"/>
              <a:gd name="connsiteY25" fmla="*/ 84082 h 1140095"/>
              <a:gd name="connsiteX26" fmla="*/ 53871 w 1771609"/>
              <a:gd name="connsiteY26" fmla="*/ 11621 h 1140095"/>
              <a:gd name="connsiteX27" fmla="*/ 58352 w 1771609"/>
              <a:gd name="connsiteY27" fmla="*/ 11093 h 1140095"/>
              <a:gd name="connsiteX28" fmla="*/ 256260 w 1771609"/>
              <a:gd name="connsiteY28" fmla="*/ 29 h 11400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</a:cxnLst>
            <a:rect l="l" t="t" r="r" b="b"/>
            <a:pathLst>
              <a:path w="1771609" h="1140095">
                <a:moveTo>
                  <a:pt x="1561721" y="763041"/>
                </a:moveTo>
                <a:cubicBezTo>
                  <a:pt x="1585506" y="760324"/>
                  <a:pt x="1609722" y="771249"/>
                  <a:pt x="1623024" y="792810"/>
                </a:cubicBezTo>
                <a:cubicBezTo>
                  <a:pt x="1656300" y="850065"/>
                  <a:pt x="1685920" y="909291"/>
                  <a:pt x="1711735" y="970132"/>
                </a:cubicBezTo>
                <a:lnTo>
                  <a:pt x="1771609" y="1140095"/>
                </a:lnTo>
                <a:lnTo>
                  <a:pt x="1637225" y="1140095"/>
                </a:lnTo>
                <a:lnTo>
                  <a:pt x="1594820" y="1019711"/>
                </a:lnTo>
                <a:cubicBezTo>
                  <a:pt x="1571072" y="963753"/>
                  <a:pt x="1543818" y="909282"/>
                  <a:pt x="1513200" y="856627"/>
                </a:cubicBezTo>
                <a:cubicBezTo>
                  <a:pt x="1496379" y="825834"/>
                  <a:pt x="1507704" y="787236"/>
                  <a:pt x="1538499" y="770415"/>
                </a:cubicBezTo>
                <a:cubicBezTo>
                  <a:pt x="1545912" y="766367"/>
                  <a:pt x="1553792" y="763946"/>
                  <a:pt x="1561721" y="763041"/>
                </a:cubicBezTo>
                <a:close/>
                <a:moveTo>
                  <a:pt x="933455" y="161309"/>
                </a:moveTo>
                <a:cubicBezTo>
                  <a:pt x="941693" y="161855"/>
                  <a:pt x="949959" y="164025"/>
                  <a:pt x="957797" y="167970"/>
                </a:cubicBezTo>
                <a:cubicBezTo>
                  <a:pt x="1076184" y="227289"/>
                  <a:pt x="1186759" y="301068"/>
                  <a:pt x="1286982" y="387616"/>
                </a:cubicBezTo>
                <a:cubicBezTo>
                  <a:pt x="1313547" y="410457"/>
                  <a:pt x="1316566" y="450510"/>
                  <a:pt x="1293725" y="477075"/>
                </a:cubicBezTo>
                <a:cubicBezTo>
                  <a:pt x="1281638" y="491137"/>
                  <a:pt x="1263998" y="499204"/>
                  <a:pt x="1245453" y="499154"/>
                </a:cubicBezTo>
                <a:lnTo>
                  <a:pt x="1245167" y="499154"/>
                </a:lnTo>
                <a:cubicBezTo>
                  <a:pt x="1229965" y="499301"/>
                  <a:pt x="1215220" y="493956"/>
                  <a:pt x="1203638" y="484104"/>
                </a:cubicBezTo>
                <a:cubicBezTo>
                  <a:pt x="1111407" y="404300"/>
                  <a:pt x="1009633" y="336248"/>
                  <a:pt x="900647" y="281508"/>
                </a:cubicBezTo>
                <a:cubicBezTo>
                  <a:pt x="869295" y="265726"/>
                  <a:pt x="856672" y="227516"/>
                  <a:pt x="872454" y="196164"/>
                </a:cubicBezTo>
                <a:cubicBezTo>
                  <a:pt x="884290" y="172650"/>
                  <a:pt x="908742" y="159670"/>
                  <a:pt x="933455" y="161309"/>
                </a:cubicBezTo>
                <a:close/>
                <a:moveTo>
                  <a:pt x="256260" y="29"/>
                </a:moveTo>
                <a:cubicBezTo>
                  <a:pt x="322331" y="427"/>
                  <a:pt x="388378" y="4909"/>
                  <a:pt x="454020" y="13474"/>
                </a:cubicBezTo>
                <a:cubicBezTo>
                  <a:pt x="488793" y="17752"/>
                  <a:pt x="513514" y="49409"/>
                  <a:pt x="509236" y="84182"/>
                </a:cubicBezTo>
                <a:cubicBezTo>
                  <a:pt x="505303" y="116151"/>
                  <a:pt x="478038" y="140098"/>
                  <a:pt x="445829" y="139871"/>
                </a:cubicBezTo>
                <a:cubicBezTo>
                  <a:pt x="443027" y="139899"/>
                  <a:pt x="440227" y="139740"/>
                  <a:pt x="437447" y="139395"/>
                </a:cubicBezTo>
                <a:cubicBezTo>
                  <a:pt x="316592" y="123615"/>
                  <a:pt x="194247" y="122878"/>
                  <a:pt x="73211" y="137204"/>
                </a:cubicBezTo>
                <a:cubicBezTo>
                  <a:pt x="38532" y="142545"/>
                  <a:pt x="6090" y="118762"/>
                  <a:pt x="749" y="84082"/>
                </a:cubicBezTo>
                <a:cubicBezTo>
                  <a:pt x="-4591" y="49403"/>
                  <a:pt x="19192" y="16961"/>
                  <a:pt x="53871" y="11621"/>
                </a:cubicBezTo>
                <a:cubicBezTo>
                  <a:pt x="55358" y="11392"/>
                  <a:pt x="56852" y="11216"/>
                  <a:pt x="58352" y="11093"/>
                </a:cubicBezTo>
                <a:cubicBezTo>
                  <a:pt x="124093" y="3319"/>
                  <a:pt x="190189" y="-369"/>
                  <a:pt x="256260" y="29"/>
                </a:cubicBezTo>
                <a:close/>
              </a:path>
            </a:pathLst>
          </a:custGeom>
          <a:solidFill>
            <a:schemeClr val="accent4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32" name="Freeform: Shape 31">
            <a:extLst>
              <a:ext uri="{FF2B5EF4-FFF2-40B4-BE49-F238E27FC236}">
                <a16:creationId xmlns:a16="http://schemas.microsoft.com/office/drawing/2014/main" id="{6691AC69-A76E-4DAB-B565-468B6B87AC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132972" y="6258755"/>
            <a:ext cx="1565940" cy="599245"/>
          </a:xfrm>
          <a:custGeom>
            <a:avLst/>
            <a:gdLst>
              <a:gd name="connsiteX0" fmla="*/ 782970 w 1565940"/>
              <a:gd name="connsiteY0" fmla="*/ 0 h 599245"/>
              <a:gd name="connsiteX1" fmla="*/ 1528042 w 1565940"/>
              <a:gd name="connsiteY1" fmla="*/ 480469 h 599245"/>
              <a:gd name="connsiteX2" fmla="*/ 1565940 w 1565940"/>
              <a:gd name="connsiteY2" fmla="*/ 599245 h 599245"/>
              <a:gd name="connsiteX3" fmla="*/ 0 w 1565940"/>
              <a:gd name="connsiteY3" fmla="*/ 599245 h 599245"/>
              <a:gd name="connsiteX4" fmla="*/ 37898 w 1565940"/>
              <a:gd name="connsiteY4" fmla="*/ 480469 h 599245"/>
              <a:gd name="connsiteX5" fmla="*/ 782970 w 1565940"/>
              <a:gd name="connsiteY5" fmla="*/ 0 h 5992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565940" h="599245">
                <a:moveTo>
                  <a:pt x="782970" y="0"/>
                </a:moveTo>
                <a:cubicBezTo>
                  <a:pt x="1117910" y="0"/>
                  <a:pt x="1405287" y="198118"/>
                  <a:pt x="1528042" y="480469"/>
                </a:cubicBezTo>
                <a:lnTo>
                  <a:pt x="1565940" y="599245"/>
                </a:lnTo>
                <a:lnTo>
                  <a:pt x="0" y="599245"/>
                </a:lnTo>
                <a:lnTo>
                  <a:pt x="37898" y="480469"/>
                </a:lnTo>
                <a:cubicBezTo>
                  <a:pt x="160653" y="198118"/>
                  <a:pt x="448030" y="0"/>
                  <a:pt x="782970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7456736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1709F1D5-B0F1-4714-A239-E5B61C1619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228FB460-D3FF-4440-A020-05982A09E5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40546" y="1011045"/>
            <a:ext cx="4369859" cy="4369859"/>
          </a:xfrm>
          <a:prstGeom prst="roundRect">
            <a:avLst>
              <a:gd name="adj" fmla="val 2757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عنوان 1">
            <a:extLst>
              <a:ext uri="{FF2B5EF4-FFF2-40B4-BE49-F238E27FC236}">
                <a16:creationId xmlns:a16="http://schemas.microsoft.com/office/drawing/2014/main" id="{84B86FD3-678C-BB00-8B8E-A1B9436C9F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6826" y="1112969"/>
            <a:ext cx="3937298" cy="4166010"/>
          </a:xfrm>
        </p:spPr>
        <p:txBody>
          <a:bodyPr>
            <a:normAutofit/>
          </a:bodyPr>
          <a:lstStyle/>
          <a:p>
            <a:r>
              <a:rPr lang="tr-TR" b="1" noProof="0">
                <a:solidFill>
                  <a:srgbClr val="FFFFFF"/>
                </a:solidFill>
              </a:rPr>
              <a:t>Matematiksel</a:t>
            </a:r>
            <a:r>
              <a:rPr lang="en-GB" b="1">
                <a:solidFill>
                  <a:srgbClr val="FFFFFF"/>
                </a:solidFill>
              </a:rPr>
              <a:t> Model</a:t>
            </a:r>
          </a:p>
        </p:txBody>
      </p:sp>
      <p:sp>
        <p:nvSpPr>
          <p:cNvPr id="21" name="Freeform: Shape 20">
            <a:extLst>
              <a:ext uri="{FF2B5EF4-FFF2-40B4-BE49-F238E27FC236}">
                <a16:creationId xmlns:a16="http://schemas.microsoft.com/office/drawing/2014/main" id="{14847E93-7DC1-4D4B-8829-B19AA7137C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530529" y="0"/>
            <a:ext cx="1155142" cy="591009"/>
          </a:xfrm>
          <a:custGeom>
            <a:avLst/>
            <a:gdLst>
              <a:gd name="connsiteX0" fmla="*/ 1355 w 1155142"/>
              <a:gd name="connsiteY0" fmla="*/ 0 h 591009"/>
              <a:gd name="connsiteX1" fmla="*/ 1153787 w 1155142"/>
              <a:gd name="connsiteY1" fmla="*/ 0 h 591009"/>
              <a:gd name="connsiteX2" fmla="*/ 1155142 w 1155142"/>
              <a:gd name="connsiteY2" fmla="*/ 13438 h 591009"/>
              <a:gd name="connsiteX3" fmla="*/ 577571 w 1155142"/>
              <a:gd name="connsiteY3" fmla="*/ 591009 h 591009"/>
              <a:gd name="connsiteX4" fmla="*/ 0 w 1155142"/>
              <a:gd name="connsiteY4" fmla="*/ 13438 h 5910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55142" h="591009">
                <a:moveTo>
                  <a:pt x="1355" y="0"/>
                </a:moveTo>
                <a:lnTo>
                  <a:pt x="1153787" y="0"/>
                </a:lnTo>
                <a:lnTo>
                  <a:pt x="1155142" y="13438"/>
                </a:lnTo>
                <a:cubicBezTo>
                  <a:pt x="1155142" y="332422"/>
                  <a:pt x="896555" y="591009"/>
                  <a:pt x="577571" y="591009"/>
                </a:cubicBezTo>
                <a:cubicBezTo>
                  <a:pt x="258587" y="591009"/>
                  <a:pt x="0" y="332422"/>
                  <a:pt x="0" y="13438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5566D6E1-03A1-4D73-A4E0-35D74D568A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3961511" y="-1"/>
            <a:ext cx="1737401" cy="959536"/>
          </a:xfrm>
          <a:custGeom>
            <a:avLst/>
            <a:gdLst>
              <a:gd name="connsiteX0" fmla="*/ 0 w 1737401"/>
              <a:gd name="connsiteY0" fmla="*/ 0 h 959536"/>
              <a:gd name="connsiteX1" fmla="*/ 123825 w 1737401"/>
              <a:gd name="connsiteY1" fmla="*/ 0 h 959536"/>
              <a:gd name="connsiteX2" fmla="*/ 123825 w 1737401"/>
              <a:gd name="connsiteY2" fmla="*/ 790277 h 959536"/>
              <a:gd name="connsiteX3" fmla="*/ 1490095 w 1737401"/>
              <a:gd name="connsiteY3" fmla="*/ 0 h 959536"/>
              <a:gd name="connsiteX4" fmla="*/ 1737401 w 1737401"/>
              <a:gd name="connsiteY4" fmla="*/ 0 h 959536"/>
              <a:gd name="connsiteX5" fmla="*/ 92869 w 1737401"/>
              <a:gd name="connsiteY5" fmla="*/ 951249 h 959536"/>
              <a:gd name="connsiteX6" fmla="*/ 61913 w 1737401"/>
              <a:gd name="connsiteY6" fmla="*/ 959536 h 959536"/>
              <a:gd name="connsiteX7" fmla="*/ 0 w 1737401"/>
              <a:gd name="connsiteY7" fmla="*/ 897624 h 959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37401" h="959536">
                <a:moveTo>
                  <a:pt x="0" y="0"/>
                </a:moveTo>
                <a:lnTo>
                  <a:pt x="123825" y="0"/>
                </a:lnTo>
                <a:lnTo>
                  <a:pt x="123825" y="790277"/>
                </a:lnTo>
                <a:lnTo>
                  <a:pt x="1490095" y="0"/>
                </a:lnTo>
                <a:lnTo>
                  <a:pt x="1737401" y="0"/>
                </a:lnTo>
                <a:lnTo>
                  <a:pt x="92869" y="951249"/>
                </a:lnTo>
                <a:cubicBezTo>
                  <a:pt x="83458" y="956688"/>
                  <a:pt x="72780" y="959546"/>
                  <a:pt x="61913" y="959536"/>
                </a:cubicBezTo>
                <a:cubicBezTo>
                  <a:pt x="27719" y="959536"/>
                  <a:pt x="0" y="931818"/>
                  <a:pt x="0" y="897624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9F835A99-04AC-494A-A572-AFE8413CC9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2936831"/>
            <a:ext cx="159741" cy="552996"/>
          </a:xfrm>
          <a:custGeom>
            <a:avLst/>
            <a:gdLst>
              <a:gd name="connsiteX0" fmla="*/ 159741 w 159741"/>
              <a:gd name="connsiteY0" fmla="*/ 0 h 552996"/>
              <a:gd name="connsiteX1" fmla="*/ 159741 w 159741"/>
              <a:gd name="connsiteY1" fmla="*/ 552996 h 552996"/>
              <a:gd name="connsiteX2" fmla="*/ 141849 w 159741"/>
              <a:gd name="connsiteY2" fmla="*/ 543285 h 552996"/>
              <a:gd name="connsiteX3" fmla="*/ 0 w 159741"/>
              <a:gd name="connsiteY3" fmla="*/ 276498 h 552996"/>
              <a:gd name="connsiteX4" fmla="*/ 141849 w 159741"/>
              <a:gd name="connsiteY4" fmla="*/ 9711 h 5529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9741" h="552996">
                <a:moveTo>
                  <a:pt x="159741" y="0"/>
                </a:moveTo>
                <a:lnTo>
                  <a:pt x="159741" y="552996"/>
                </a:lnTo>
                <a:lnTo>
                  <a:pt x="141849" y="543285"/>
                </a:lnTo>
                <a:cubicBezTo>
                  <a:pt x="56268" y="485467"/>
                  <a:pt x="0" y="387554"/>
                  <a:pt x="0" y="276498"/>
                </a:cubicBezTo>
                <a:cubicBezTo>
                  <a:pt x="0" y="165443"/>
                  <a:pt x="56268" y="67529"/>
                  <a:pt x="141849" y="9711"/>
                </a:cubicBezTo>
                <a:close/>
              </a:path>
            </a:pathLst>
          </a:custGeom>
          <a:solidFill>
            <a:schemeClr val="accent4"/>
          </a:solidFill>
          <a:ln w="1270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" name="عنصر نائب للمحتوى 2">
            <a:extLst>
              <a:ext uri="{FF2B5EF4-FFF2-40B4-BE49-F238E27FC236}">
                <a16:creationId xmlns:a16="http://schemas.microsoft.com/office/drawing/2014/main" id="{2F402F5D-36A6-C15B-F0E3-30050ADB0EE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0" y="820880"/>
            <a:ext cx="5257799" cy="4889350"/>
          </a:xfrm>
        </p:spPr>
        <p:txBody>
          <a:bodyPr anchor="t">
            <a:normAutofit/>
          </a:bodyPr>
          <a:lstStyle/>
          <a:p>
            <a:r>
              <a:rPr lang="en-GB" sz="1800" b="1" noProof="1"/>
              <a:t>Toplam Maliyet Fonksiyonu f(v):</a:t>
            </a:r>
          </a:p>
          <a:p>
            <a:r>
              <a:rPr lang="en-GB" sz="1800" noProof="1"/>
              <a:t>f(v) = Enerji Maliyeti + Risk Maliyeti</a:t>
            </a:r>
          </a:p>
          <a:p>
            <a:r>
              <a:rPr lang="en-GB" sz="1800" noProof="1"/>
              <a:t>f(v) = 0.001 * v^3 + 1000 / v</a:t>
            </a:r>
          </a:p>
          <a:p>
            <a:endParaRPr lang="en-GB" sz="1800" noProof="1"/>
          </a:p>
          <a:p>
            <a:r>
              <a:rPr lang="en-GB" sz="1800" b="1" noProof="1"/>
              <a:t>Optimizasyon (Türev Alma):</a:t>
            </a:r>
          </a:p>
          <a:p>
            <a:r>
              <a:rPr lang="en-GB" sz="1800" noProof="1"/>
              <a:t>Minimum noktayı bulmak için türev alıp sıfıra eşitliyoruz:</a:t>
            </a:r>
          </a:p>
          <a:p>
            <a:r>
              <a:rPr lang="en-GB" sz="1800" noProof="1"/>
              <a:t>g(v) = f'(v) = 0.003 * v^2 - 1000 / v^2 = 0</a:t>
            </a:r>
          </a:p>
          <a:p>
            <a:endParaRPr lang="en-GB" sz="1800" noProof="1"/>
          </a:p>
          <a:p>
            <a:r>
              <a:rPr lang="en-GB" sz="1800" b="1" noProof="1"/>
              <a:t>Seçilen Yöntem:</a:t>
            </a:r>
          </a:p>
          <a:p>
            <a:r>
              <a:rPr lang="en-GB" sz="1800" u="sng" noProof="1"/>
              <a:t>Newton-Raphson Yöntemi.</a:t>
            </a:r>
          </a:p>
          <a:p>
            <a:r>
              <a:rPr lang="en-GB" sz="1800" noProof="1"/>
              <a:t>- Neden? Karmaşık denklemleri çözmek için en hızlı yakınsayan (karesel hız) yöntemdir.</a:t>
            </a:r>
          </a:p>
        </p:txBody>
      </p:sp>
      <p:sp>
        <p:nvSpPr>
          <p:cNvPr id="27" name="Freeform: Shape 26">
            <a:extLst>
              <a:ext uri="{FF2B5EF4-FFF2-40B4-BE49-F238E27FC236}">
                <a16:creationId xmlns:a16="http://schemas.microsoft.com/office/drawing/2014/main" id="{7B786209-1B0B-4CA9-9BDD-F7327066A8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5835649"/>
            <a:ext cx="1548180" cy="1022351"/>
          </a:xfrm>
          <a:custGeom>
            <a:avLst/>
            <a:gdLst>
              <a:gd name="connsiteX0" fmla="*/ 61913 w 1548180"/>
              <a:gd name="connsiteY0" fmla="*/ 0 h 1022351"/>
              <a:gd name="connsiteX1" fmla="*/ 1548180 w 1548180"/>
              <a:gd name="connsiteY1" fmla="*/ 0 h 1022351"/>
              <a:gd name="connsiteX2" fmla="*/ 1548180 w 1548180"/>
              <a:gd name="connsiteY2" fmla="*/ 123825 h 1022351"/>
              <a:gd name="connsiteX3" fmla="*/ 123825 w 1548180"/>
              <a:gd name="connsiteY3" fmla="*/ 123825 h 1022351"/>
              <a:gd name="connsiteX4" fmla="*/ 123825 w 1548180"/>
              <a:gd name="connsiteY4" fmla="*/ 1022351 h 1022351"/>
              <a:gd name="connsiteX5" fmla="*/ 0 w 1548180"/>
              <a:gd name="connsiteY5" fmla="*/ 1022351 h 1022351"/>
              <a:gd name="connsiteX6" fmla="*/ 0 w 1548180"/>
              <a:gd name="connsiteY6" fmla="*/ 61913 h 1022351"/>
              <a:gd name="connsiteX7" fmla="*/ 61913 w 1548180"/>
              <a:gd name="connsiteY7" fmla="*/ 0 h 10223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548180" h="1022351">
                <a:moveTo>
                  <a:pt x="61913" y="0"/>
                </a:moveTo>
                <a:lnTo>
                  <a:pt x="1548180" y="0"/>
                </a:lnTo>
                <a:lnTo>
                  <a:pt x="1548180" y="123825"/>
                </a:lnTo>
                <a:lnTo>
                  <a:pt x="123825" y="123825"/>
                </a:lnTo>
                <a:lnTo>
                  <a:pt x="123825" y="1022351"/>
                </a:lnTo>
                <a:lnTo>
                  <a:pt x="0" y="1022351"/>
                </a:lnTo>
                <a:lnTo>
                  <a:pt x="0" y="61913"/>
                </a:lnTo>
                <a:cubicBezTo>
                  <a:pt x="0" y="27719"/>
                  <a:pt x="27719" y="0"/>
                  <a:pt x="61913" y="0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9" name="Freeform: Shape 28">
            <a:extLst>
              <a:ext uri="{FF2B5EF4-FFF2-40B4-BE49-F238E27FC236}">
                <a16:creationId xmlns:a16="http://schemas.microsoft.com/office/drawing/2014/main" id="{2D2964BB-484D-45AE-AD66-D407D06296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3418308" y="5717905"/>
            <a:ext cx="1771609" cy="1140095"/>
          </a:xfrm>
          <a:custGeom>
            <a:avLst/>
            <a:gdLst>
              <a:gd name="connsiteX0" fmla="*/ 1561721 w 1771609"/>
              <a:gd name="connsiteY0" fmla="*/ 763041 h 1140095"/>
              <a:gd name="connsiteX1" fmla="*/ 1623024 w 1771609"/>
              <a:gd name="connsiteY1" fmla="*/ 792810 h 1140095"/>
              <a:gd name="connsiteX2" fmla="*/ 1711735 w 1771609"/>
              <a:gd name="connsiteY2" fmla="*/ 970132 h 1140095"/>
              <a:gd name="connsiteX3" fmla="*/ 1771609 w 1771609"/>
              <a:gd name="connsiteY3" fmla="*/ 1140095 h 1140095"/>
              <a:gd name="connsiteX4" fmla="*/ 1637225 w 1771609"/>
              <a:gd name="connsiteY4" fmla="*/ 1140095 h 1140095"/>
              <a:gd name="connsiteX5" fmla="*/ 1594820 w 1771609"/>
              <a:gd name="connsiteY5" fmla="*/ 1019711 h 1140095"/>
              <a:gd name="connsiteX6" fmla="*/ 1513200 w 1771609"/>
              <a:gd name="connsiteY6" fmla="*/ 856627 h 1140095"/>
              <a:gd name="connsiteX7" fmla="*/ 1538499 w 1771609"/>
              <a:gd name="connsiteY7" fmla="*/ 770415 h 1140095"/>
              <a:gd name="connsiteX8" fmla="*/ 1561721 w 1771609"/>
              <a:gd name="connsiteY8" fmla="*/ 763041 h 1140095"/>
              <a:gd name="connsiteX9" fmla="*/ 933455 w 1771609"/>
              <a:gd name="connsiteY9" fmla="*/ 161309 h 1140095"/>
              <a:gd name="connsiteX10" fmla="*/ 957797 w 1771609"/>
              <a:gd name="connsiteY10" fmla="*/ 167970 h 1140095"/>
              <a:gd name="connsiteX11" fmla="*/ 1286982 w 1771609"/>
              <a:gd name="connsiteY11" fmla="*/ 387616 h 1140095"/>
              <a:gd name="connsiteX12" fmla="*/ 1293725 w 1771609"/>
              <a:gd name="connsiteY12" fmla="*/ 477075 h 1140095"/>
              <a:gd name="connsiteX13" fmla="*/ 1245453 w 1771609"/>
              <a:gd name="connsiteY13" fmla="*/ 499154 h 1140095"/>
              <a:gd name="connsiteX14" fmla="*/ 1245167 w 1771609"/>
              <a:gd name="connsiteY14" fmla="*/ 499154 h 1140095"/>
              <a:gd name="connsiteX15" fmla="*/ 1203638 w 1771609"/>
              <a:gd name="connsiteY15" fmla="*/ 484104 h 1140095"/>
              <a:gd name="connsiteX16" fmla="*/ 900647 w 1771609"/>
              <a:gd name="connsiteY16" fmla="*/ 281508 h 1140095"/>
              <a:gd name="connsiteX17" fmla="*/ 872454 w 1771609"/>
              <a:gd name="connsiteY17" fmla="*/ 196164 h 1140095"/>
              <a:gd name="connsiteX18" fmla="*/ 933455 w 1771609"/>
              <a:gd name="connsiteY18" fmla="*/ 161309 h 1140095"/>
              <a:gd name="connsiteX19" fmla="*/ 256260 w 1771609"/>
              <a:gd name="connsiteY19" fmla="*/ 29 h 1140095"/>
              <a:gd name="connsiteX20" fmla="*/ 454020 w 1771609"/>
              <a:gd name="connsiteY20" fmla="*/ 13474 h 1140095"/>
              <a:gd name="connsiteX21" fmla="*/ 509236 w 1771609"/>
              <a:gd name="connsiteY21" fmla="*/ 84182 h 1140095"/>
              <a:gd name="connsiteX22" fmla="*/ 445829 w 1771609"/>
              <a:gd name="connsiteY22" fmla="*/ 139871 h 1140095"/>
              <a:gd name="connsiteX23" fmla="*/ 437447 w 1771609"/>
              <a:gd name="connsiteY23" fmla="*/ 139395 h 1140095"/>
              <a:gd name="connsiteX24" fmla="*/ 73211 w 1771609"/>
              <a:gd name="connsiteY24" fmla="*/ 137204 h 1140095"/>
              <a:gd name="connsiteX25" fmla="*/ 749 w 1771609"/>
              <a:gd name="connsiteY25" fmla="*/ 84082 h 1140095"/>
              <a:gd name="connsiteX26" fmla="*/ 53871 w 1771609"/>
              <a:gd name="connsiteY26" fmla="*/ 11621 h 1140095"/>
              <a:gd name="connsiteX27" fmla="*/ 58352 w 1771609"/>
              <a:gd name="connsiteY27" fmla="*/ 11093 h 1140095"/>
              <a:gd name="connsiteX28" fmla="*/ 256260 w 1771609"/>
              <a:gd name="connsiteY28" fmla="*/ 29 h 11400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</a:cxnLst>
            <a:rect l="l" t="t" r="r" b="b"/>
            <a:pathLst>
              <a:path w="1771609" h="1140095">
                <a:moveTo>
                  <a:pt x="1561721" y="763041"/>
                </a:moveTo>
                <a:cubicBezTo>
                  <a:pt x="1585506" y="760324"/>
                  <a:pt x="1609722" y="771249"/>
                  <a:pt x="1623024" y="792810"/>
                </a:cubicBezTo>
                <a:cubicBezTo>
                  <a:pt x="1656300" y="850065"/>
                  <a:pt x="1685920" y="909291"/>
                  <a:pt x="1711735" y="970132"/>
                </a:cubicBezTo>
                <a:lnTo>
                  <a:pt x="1771609" y="1140095"/>
                </a:lnTo>
                <a:lnTo>
                  <a:pt x="1637225" y="1140095"/>
                </a:lnTo>
                <a:lnTo>
                  <a:pt x="1594820" y="1019711"/>
                </a:lnTo>
                <a:cubicBezTo>
                  <a:pt x="1571072" y="963753"/>
                  <a:pt x="1543818" y="909282"/>
                  <a:pt x="1513200" y="856627"/>
                </a:cubicBezTo>
                <a:cubicBezTo>
                  <a:pt x="1496379" y="825834"/>
                  <a:pt x="1507704" y="787236"/>
                  <a:pt x="1538499" y="770415"/>
                </a:cubicBezTo>
                <a:cubicBezTo>
                  <a:pt x="1545912" y="766367"/>
                  <a:pt x="1553792" y="763946"/>
                  <a:pt x="1561721" y="763041"/>
                </a:cubicBezTo>
                <a:close/>
                <a:moveTo>
                  <a:pt x="933455" y="161309"/>
                </a:moveTo>
                <a:cubicBezTo>
                  <a:pt x="941693" y="161855"/>
                  <a:pt x="949959" y="164025"/>
                  <a:pt x="957797" y="167970"/>
                </a:cubicBezTo>
                <a:cubicBezTo>
                  <a:pt x="1076184" y="227289"/>
                  <a:pt x="1186759" y="301068"/>
                  <a:pt x="1286982" y="387616"/>
                </a:cubicBezTo>
                <a:cubicBezTo>
                  <a:pt x="1313547" y="410457"/>
                  <a:pt x="1316566" y="450510"/>
                  <a:pt x="1293725" y="477075"/>
                </a:cubicBezTo>
                <a:cubicBezTo>
                  <a:pt x="1281638" y="491137"/>
                  <a:pt x="1263998" y="499204"/>
                  <a:pt x="1245453" y="499154"/>
                </a:cubicBezTo>
                <a:lnTo>
                  <a:pt x="1245167" y="499154"/>
                </a:lnTo>
                <a:cubicBezTo>
                  <a:pt x="1229965" y="499301"/>
                  <a:pt x="1215220" y="493956"/>
                  <a:pt x="1203638" y="484104"/>
                </a:cubicBezTo>
                <a:cubicBezTo>
                  <a:pt x="1111407" y="404300"/>
                  <a:pt x="1009633" y="336248"/>
                  <a:pt x="900647" y="281508"/>
                </a:cubicBezTo>
                <a:cubicBezTo>
                  <a:pt x="869295" y="265726"/>
                  <a:pt x="856672" y="227516"/>
                  <a:pt x="872454" y="196164"/>
                </a:cubicBezTo>
                <a:cubicBezTo>
                  <a:pt x="884290" y="172650"/>
                  <a:pt x="908742" y="159670"/>
                  <a:pt x="933455" y="161309"/>
                </a:cubicBezTo>
                <a:close/>
                <a:moveTo>
                  <a:pt x="256260" y="29"/>
                </a:moveTo>
                <a:cubicBezTo>
                  <a:pt x="322331" y="427"/>
                  <a:pt x="388378" y="4909"/>
                  <a:pt x="454020" y="13474"/>
                </a:cubicBezTo>
                <a:cubicBezTo>
                  <a:pt x="488793" y="17752"/>
                  <a:pt x="513514" y="49409"/>
                  <a:pt x="509236" y="84182"/>
                </a:cubicBezTo>
                <a:cubicBezTo>
                  <a:pt x="505303" y="116151"/>
                  <a:pt x="478038" y="140098"/>
                  <a:pt x="445829" y="139871"/>
                </a:cubicBezTo>
                <a:cubicBezTo>
                  <a:pt x="443027" y="139899"/>
                  <a:pt x="440227" y="139740"/>
                  <a:pt x="437447" y="139395"/>
                </a:cubicBezTo>
                <a:cubicBezTo>
                  <a:pt x="316592" y="123615"/>
                  <a:pt x="194247" y="122878"/>
                  <a:pt x="73211" y="137204"/>
                </a:cubicBezTo>
                <a:cubicBezTo>
                  <a:pt x="38532" y="142545"/>
                  <a:pt x="6090" y="118762"/>
                  <a:pt x="749" y="84082"/>
                </a:cubicBezTo>
                <a:cubicBezTo>
                  <a:pt x="-4591" y="49403"/>
                  <a:pt x="19192" y="16961"/>
                  <a:pt x="53871" y="11621"/>
                </a:cubicBezTo>
                <a:cubicBezTo>
                  <a:pt x="55358" y="11392"/>
                  <a:pt x="56852" y="11216"/>
                  <a:pt x="58352" y="11093"/>
                </a:cubicBezTo>
                <a:cubicBezTo>
                  <a:pt x="124093" y="3319"/>
                  <a:pt x="190189" y="-369"/>
                  <a:pt x="256260" y="29"/>
                </a:cubicBezTo>
                <a:close/>
              </a:path>
            </a:pathLst>
          </a:custGeom>
          <a:solidFill>
            <a:schemeClr val="accent4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31" name="Freeform: Shape 30">
            <a:extLst>
              <a:ext uri="{FF2B5EF4-FFF2-40B4-BE49-F238E27FC236}">
                <a16:creationId xmlns:a16="http://schemas.microsoft.com/office/drawing/2014/main" id="{6691AC69-A76E-4DAB-B565-468B6B87AC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132972" y="6258755"/>
            <a:ext cx="1565940" cy="599245"/>
          </a:xfrm>
          <a:custGeom>
            <a:avLst/>
            <a:gdLst>
              <a:gd name="connsiteX0" fmla="*/ 782970 w 1565940"/>
              <a:gd name="connsiteY0" fmla="*/ 0 h 599245"/>
              <a:gd name="connsiteX1" fmla="*/ 1528042 w 1565940"/>
              <a:gd name="connsiteY1" fmla="*/ 480469 h 599245"/>
              <a:gd name="connsiteX2" fmla="*/ 1565940 w 1565940"/>
              <a:gd name="connsiteY2" fmla="*/ 599245 h 599245"/>
              <a:gd name="connsiteX3" fmla="*/ 0 w 1565940"/>
              <a:gd name="connsiteY3" fmla="*/ 599245 h 599245"/>
              <a:gd name="connsiteX4" fmla="*/ 37898 w 1565940"/>
              <a:gd name="connsiteY4" fmla="*/ 480469 h 599245"/>
              <a:gd name="connsiteX5" fmla="*/ 782970 w 1565940"/>
              <a:gd name="connsiteY5" fmla="*/ 0 h 5992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565940" h="599245">
                <a:moveTo>
                  <a:pt x="782970" y="0"/>
                </a:moveTo>
                <a:cubicBezTo>
                  <a:pt x="1117910" y="0"/>
                  <a:pt x="1405287" y="198118"/>
                  <a:pt x="1528042" y="480469"/>
                </a:cubicBezTo>
                <a:lnTo>
                  <a:pt x="1565940" y="599245"/>
                </a:lnTo>
                <a:lnTo>
                  <a:pt x="0" y="599245"/>
                </a:lnTo>
                <a:lnTo>
                  <a:pt x="37898" y="480469"/>
                </a:lnTo>
                <a:cubicBezTo>
                  <a:pt x="160653" y="198118"/>
                  <a:pt x="448030" y="0"/>
                  <a:pt x="782970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3510475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C2554CA6-288E-4202-BC52-2E5A8F0C0A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B10BB131-AC8E-4A8E-A5D1-36260F720C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9189" y="1119031"/>
            <a:ext cx="4619938" cy="4619938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عنوان 1">
            <a:extLst>
              <a:ext uri="{FF2B5EF4-FFF2-40B4-BE49-F238E27FC236}">
                <a16:creationId xmlns:a16="http://schemas.microsoft.com/office/drawing/2014/main" id="{69A8D1F1-E95E-798E-5620-5DB363C40D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71074" y="1396686"/>
            <a:ext cx="3240506" cy="4064628"/>
          </a:xfrm>
        </p:spPr>
        <p:txBody>
          <a:bodyPr>
            <a:normAutofit/>
          </a:bodyPr>
          <a:lstStyle/>
          <a:p>
            <a:r>
              <a:rPr lang="tr-TR" b="1" noProof="0">
                <a:solidFill>
                  <a:srgbClr val="FFFFFF"/>
                </a:solidFill>
              </a:rPr>
              <a:t>Çözüm ve Algoritma</a:t>
            </a: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5B7778FC-632E-4DCA-A7CB-0D7731CCF9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9809111">
            <a:off x="8683720" y="941148"/>
            <a:ext cx="2987899" cy="2987899"/>
          </a:xfrm>
          <a:prstGeom prst="arc">
            <a:avLst>
              <a:gd name="adj1" fmla="val 15817365"/>
              <a:gd name="adj2" fmla="val 1781380"/>
            </a:avLst>
          </a:prstGeom>
          <a:ln w="127000" cap="rnd">
            <a:solidFill>
              <a:schemeClr val="accent4"/>
            </a:solidFill>
            <a:prstDash val="dash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FA23A907-97FB-4A8F-880A-DD77401C42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10048" y="4780992"/>
            <a:ext cx="546100" cy="546100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عنصر نائب للمحتوى 2">
            <a:extLst>
              <a:ext uri="{FF2B5EF4-FFF2-40B4-BE49-F238E27FC236}">
                <a16:creationId xmlns:a16="http://schemas.microsoft.com/office/drawing/2014/main" id="{3B65B612-59BD-E237-87A1-9423C29840A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70153" y="1526033"/>
            <a:ext cx="5536397" cy="3935281"/>
          </a:xfrm>
        </p:spPr>
        <p:txBody>
          <a:bodyPr>
            <a:normAutofit/>
          </a:bodyPr>
          <a:lstStyle/>
          <a:p>
            <a:r>
              <a:rPr lang="en-GB" sz="1800" b="1" noProof="1"/>
              <a:t>Algoritma Adımları:</a:t>
            </a:r>
          </a:p>
          <a:p>
            <a:r>
              <a:rPr lang="en-GB" sz="1800" noProof="1"/>
              <a:t>1. Başlangıç Değeri: v0 = 20 birim hız olarak seçildi.</a:t>
            </a:r>
          </a:p>
          <a:p>
            <a:r>
              <a:rPr lang="en-GB" sz="1800" noProof="1"/>
              <a:t>2. İterasyon: v_yeni = v_eski - g(v) / g'(v) formülü uygulandı.</a:t>
            </a:r>
          </a:p>
          <a:p>
            <a:r>
              <a:rPr lang="en-GB" sz="1800" noProof="1"/>
              <a:t>3. Durma Kriteri: Hata payı 0.0001'in altına düşene kadar devam edildi.</a:t>
            </a:r>
          </a:p>
          <a:p>
            <a:endParaRPr lang="en-GB" sz="1800" noProof="1"/>
          </a:p>
          <a:p>
            <a:r>
              <a:rPr lang="en-GB" sz="1800" b="1" noProof="1"/>
              <a:t>Sonuçlar:</a:t>
            </a:r>
          </a:p>
          <a:p>
            <a:r>
              <a:rPr lang="en-GB" sz="1800" noProof="1"/>
              <a:t>- Algoritma sadece 4 adımda sonuca ulaştı.</a:t>
            </a:r>
          </a:p>
          <a:p>
            <a:r>
              <a:rPr lang="en-GB" sz="1800" noProof="1"/>
              <a:t>- Hata payı 10^-5 seviyesinin altına indi (Yüksek hassasiyet).</a:t>
            </a:r>
          </a:p>
        </p:txBody>
      </p:sp>
    </p:spTree>
    <p:extLst>
      <p:ext uri="{BB962C8B-B14F-4D97-AF65-F5344CB8AC3E}">
        <p14:creationId xmlns:p14="http://schemas.microsoft.com/office/powerpoint/2010/main" val="248412647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1ECAB1E8-8195-4748-BE71-FF806D8689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6" name="!!text rectangle">
            <a:extLst>
              <a:ext uri="{FF2B5EF4-FFF2-40B4-BE49-F238E27FC236}">
                <a16:creationId xmlns:a16="http://schemas.microsoft.com/office/drawing/2014/main" id="{57F6BDD4-E066-4008-8011-6CC31AEB45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09575" y="633619"/>
            <a:ext cx="4279383" cy="5495925"/>
          </a:xfrm>
          <a:prstGeom prst="rect">
            <a:avLst/>
          </a:prstGeom>
          <a:ln w="9525">
            <a:solidFill>
              <a:srgbClr val="E1E1E1"/>
            </a:solidFill>
          </a:ln>
          <a:effectLst>
            <a:outerShdw blurRad="50800" dist="38100" dir="2700000" algn="t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عنوان 1">
            <a:extLst>
              <a:ext uri="{FF2B5EF4-FFF2-40B4-BE49-F238E27FC236}">
                <a16:creationId xmlns:a16="http://schemas.microsoft.com/office/drawing/2014/main" id="{E5942E69-E08F-B797-E469-EE070DE8FA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7" y="978619"/>
            <a:ext cx="3410712" cy="1106424"/>
          </a:xfrm>
        </p:spPr>
        <p:txBody>
          <a:bodyPr>
            <a:normAutofit/>
          </a:bodyPr>
          <a:lstStyle/>
          <a:p>
            <a:r>
              <a:rPr lang="tr-TR" sz="2800" b="1" noProof="0"/>
              <a:t>Sonuçlar </a:t>
            </a:r>
          </a:p>
        </p:txBody>
      </p:sp>
      <p:sp>
        <p:nvSpPr>
          <p:cNvPr id="18" name="!!accent">
            <a:extLst>
              <a:ext uri="{FF2B5EF4-FFF2-40B4-BE49-F238E27FC236}">
                <a16:creationId xmlns:a16="http://schemas.microsoft.com/office/drawing/2014/main" id="{2711A8FB-68FC-45FC-B01E-38F809E2D4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5567" y="1170432"/>
            <a:ext cx="128016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2A865FE3-5FC9-4049-87CF-30019C46C0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77459" y="2121408"/>
            <a:ext cx="3328416" cy="9144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عنصر نائب للمحتوى 2">
            <a:extLst>
              <a:ext uri="{FF2B5EF4-FFF2-40B4-BE49-F238E27FC236}">
                <a16:creationId xmlns:a16="http://schemas.microsoft.com/office/drawing/2014/main" id="{4300500E-1B42-1DB4-B9AB-35C537D7B59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41247" y="2359152"/>
            <a:ext cx="3410712" cy="3425043"/>
          </a:xfrm>
        </p:spPr>
        <p:txBody>
          <a:bodyPr>
            <a:normAutofit/>
          </a:bodyPr>
          <a:lstStyle/>
          <a:p>
            <a:endParaRPr lang="tr-TR" sz="1700" noProof="0"/>
          </a:p>
          <a:p>
            <a:r>
              <a:rPr lang="tr-TR" sz="1700" b="1" noProof="0"/>
              <a:t>Sayısal Analiz Sonuç Grafiği</a:t>
            </a:r>
            <a:r>
              <a:rPr lang="ar-SA" sz="1700" b="1" noProof="0"/>
              <a:t>  </a:t>
            </a:r>
            <a:r>
              <a:rPr lang="ar-SA" sz="1700" b="1" noProof="0">
                <a:sym typeface="Wingdings" panose="05000000000000000000" pitchFamily="2" charset="2"/>
              </a:rPr>
              <a:t></a:t>
            </a:r>
            <a:r>
              <a:rPr lang="tr-TR" sz="1700" b="1" noProof="0">
                <a:sym typeface="Wingdings" panose="05000000000000000000" pitchFamily="2" charset="2"/>
              </a:rPr>
              <a:t> </a:t>
            </a:r>
            <a:endParaRPr lang="tr-TR" sz="1700" b="1" noProof="0"/>
          </a:p>
          <a:p>
            <a:pPr marL="0" indent="0">
              <a:buNone/>
            </a:pPr>
            <a:endParaRPr lang="tr-TR" sz="1700" noProof="0"/>
          </a:p>
          <a:p>
            <a:r>
              <a:rPr lang="tr-TR" sz="1700" noProof="0"/>
              <a:t>Grafikteki kırmızı nokta, maliyetin en düşük olduğu optimum hızı (v = 24.03) göstermektedir. Bu nokta, sistemin en verimli çalıştığı denge noktasıdır.</a:t>
            </a:r>
          </a:p>
        </p:txBody>
      </p:sp>
      <p:pic>
        <p:nvPicPr>
          <p:cNvPr id="9" name="صورة 8">
            <a:extLst>
              <a:ext uri="{FF2B5EF4-FFF2-40B4-BE49-F238E27FC236}">
                <a16:creationId xmlns:a16="http://schemas.microsoft.com/office/drawing/2014/main" id="{ECB87589-2B31-FB16-6ADB-E79CF57C6B3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549"/>
          <a:stretch>
            <a:fillRect/>
          </a:stretch>
        </p:blipFill>
        <p:spPr>
          <a:xfrm>
            <a:off x="5124450" y="634382"/>
            <a:ext cx="6657213" cy="54951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195531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167271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عنوان 1">
            <a:extLst>
              <a:ext uri="{FF2B5EF4-FFF2-40B4-BE49-F238E27FC236}">
                <a16:creationId xmlns:a16="http://schemas.microsoft.com/office/drawing/2014/main" id="{527B7910-133B-3A80-305E-FB2A452EFC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6834" y="1153572"/>
            <a:ext cx="3200400" cy="4461163"/>
          </a:xfrm>
        </p:spPr>
        <p:txBody>
          <a:bodyPr>
            <a:normAutofit/>
          </a:bodyPr>
          <a:lstStyle/>
          <a:p>
            <a:r>
              <a:rPr lang="tr-TR" sz="3700" b="1" noProof="0">
                <a:solidFill>
                  <a:srgbClr val="FFFFFF"/>
                </a:solidFill>
              </a:rPr>
              <a:t>Sonuç ve Değerlendirme</a:t>
            </a: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7550402" y="2455479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عنصر نائب للمحتوى 2">
            <a:extLst>
              <a:ext uri="{FF2B5EF4-FFF2-40B4-BE49-F238E27FC236}">
                <a16:creationId xmlns:a16="http://schemas.microsoft.com/office/drawing/2014/main" id="{6FCDED97-3638-AE91-BBD2-04B0D83EFBA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47308" y="591344"/>
            <a:ext cx="6906491" cy="5585619"/>
          </a:xfrm>
        </p:spPr>
        <p:txBody>
          <a:bodyPr anchor="ctr">
            <a:normAutofit/>
          </a:bodyPr>
          <a:lstStyle/>
          <a:p>
            <a:r>
              <a:rPr lang="en-GB" sz="2200" b="1" noProof="1"/>
              <a:t>Genel Değerlendirme:</a:t>
            </a:r>
          </a:p>
          <a:p>
            <a:r>
              <a:rPr lang="en-GB" sz="2200" noProof="1"/>
              <a:t>1. </a:t>
            </a:r>
            <a:r>
              <a:rPr lang="en-GB" sz="2200" u="sng" noProof="1"/>
              <a:t>Başarı</a:t>
            </a:r>
            <a:r>
              <a:rPr lang="en-GB" sz="2200" noProof="1"/>
              <a:t>:</a:t>
            </a:r>
          </a:p>
          <a:p>
            <a:r>
              <a:rPr lang="en-GB" sz="2200" noProof="1"/>
              <a:t>   Problemin karmaşık (lineer olmayan) yapısına rağmen, Newton-Raphson yöntemi ile çok hızlı ve kesin bir sonuç elde edilmiştir.</a:t>
            </a:r>
          </a:p>
          <a:p>
            <a:endParaRPr lang="en-GB" sz="2200" noProof="1"/>
          </a:p>
          <a:p>
            <a:r>
              <a:rPr lang="en-GB" sz="2200" noProof="1"/>
              <a:t>2.</a:t>
            </a:r>
            <a:r>
              <a:rPr lang="en-GB" sz="2200" u="sng" noProof="1"/>
              <a:t> Mühendislik Faydası</a:t>
            </a:r>
            <a:r>
              <a:rPr lang="en-GB" sz="2200" noProof="1"/>
              <a:t>:</a:t>
            </a:r>
          </a:p>
          <a:p>
            <a:r>
              <a:rPr lang="en-GB" sz="2200" noProof="1"/>
              <a:t>   Bulunan v = 24.03 değeri, sistemin ne aşırı enerji harcadığı ne de riskli ısındığı "Altın Oran" noktasıdır.</a:t>
            </a:r>
          </a:p>
          <a:p>
            <a:endParaRPr lang="en-GB" sz="2200" noProof="1"/>
          </a:p>
          <a:p>
            <a:r>
              <a:rPr lang="en-GB" sz="2200" noProof="1"/>
              <a:t>3. Öneri:</a:t>
            </a:r>
          </a:p>
          <a:p>
            <a:r>
              <a:rPr lang="en-GB" sz="2200" noProof="1"/>
              <a:t>   Bu model, gerçek veri merkezlerinde uygulanarak %15-%20 oranında enerji tasarrufu sağlanabilir.</a:t>
            </a:r>
          </a:p>
        </p:txBody>
      </p:sp>
    </p:spTree>
    <p:extLst>
      <p:ext uri="{BB962C8B-B14F-4D97-AF65-F5344CB8AC3E}">
        <p14:creationId xmlns:p14="http://schemas.microsoft.com/office/powerpoint/2010/main" val="2560237104"/>
      </p:ext>
    </p:extLst>
  </p:cSld>
  <p:clrMapOvr>
    <a:masterClrMapping/>
  </p:clrMapOvr>
</p:sld>
</file>

<file path=ppt/theme/theme1.xml><?xml version="1.0" encoding="utf-8"?>
<a:theme xmlns:a="http://schemas.openxmlformats.org/drawingml/2006/main" name="نسق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نسق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53</TotalTime>
  <Words>409</Words>
  <Application>Microsoft Office PowerPoint</Application>
  <PresentationFormat>شاشة عريضة</PresentationFormat>
  <Paragraphs>54</Paragraphs>
  <Slides>6</Slides>
  <Notes>1</Notes>
  <HiddenSlides>0</HiddenSlides>
  <MMClips>0</MMClips>
  <ScaleCrop>false</ScaleCrop>
  <HeadingPairs>
    <vt:vector size="6" baseType="variant">
      <vt:variant>
        <vt:lpstr>الخطوط المستخدمة</vt:lpstr>
      </vt:variant>
      <vt:variant>
        <vt:i4>5</vt:i4>
      </vt:variant>
      <vt:variant>
        <vt:lpstr>نسق</vt:lpstr>
      </vt:variant>
      <vt:variant>
        <vt:i4>1</vt:i4>
      </vt:variant>
      <vt:variant>
        <vt:lpstr>عناوين الشرائح</vt:lpstr>
      </vt:variant>
      <vt:variant>
        <vt:i4>6</vt:i4>
      </vt:variant>
    </vt:vector>
  </HeadingPairs>
  <TitlesOfParts>
    <vt:vector size="12" baseType="lpstr">
      <vt:lpstr>Aptos</vt:lpstr>
      <vt:lpstr>Aptos Display</vt:lpstr>
      <vt:lpstr>Arial</vt:lpstr>
      <vt:lpstr>Calibri</vt:lpstr>
      <vt:lpstr>Wingdings</vt:lpstr>
      <vt:lpstr>نسق Office</vt:lpstr>
      <vt:lpstr>Veri Merkezi (Data Center) Soğutma Sistemlerinde Enerji Verimliliği Optimizasyonu </vt:lpstr>
      <vt:lpstr>Problemin Tanımı</vt:lpstr>
      <vt:lpstr>Matematiksel Model</vt:lpstr>
      <vt:lpstr>Çözüm ve Algoritma</vt:lpstr>
      <vt:lpstr>Sonuçlar </vt:lpstr>
      <vt:lpstr>Sonuç ve Değerlendirme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ABDULRAB ABDULRAB</dc:creator>
  <cp:lastModifiedBy>ABDULRAB ABDULRAB</cp:lastModifiedBy>
  <cp:revision>3</cp:revision>
  <dcterms:created xsi:type="dcterms:W3CDTF">2025-11-20T15:53:27Z</dcterms:created>
  <dcterms:modified xsi:type="dcterms:W3CDTF">2025-12-18T13:54:24Z</dcterms:modified>
</cp:coreProperties>
</file>